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62" r:id="rId3"/>
    <p:sldId id="284" r:id="rId4"/>
    <p:sldId id="266" r:id="rId5"/>
    <p:sldId id="285" r:id="rId6"/>
    <p:sldId id="274" r:id="rId7"/>
    <p:sldId id="279" r:id="rId8"/>
    <p:sldId id="277" r:id="rId9"/>
    <p:sldId id="286" r:id="rId10"/>
    <p:sldId id="278" r:id="rId11"/>
    <p:sldId id="268" r:id="rId12"/>
    <p:sldId id="280" r:id="rId13"/>
    <p:sldId id="276" r:id="rId14"/>
    <p:sldId id="270" r:id="rId15"/>
    <p:sldId id="282" r:id="rId16"/>
    <p:sldId id="275" r:id="rId17"/>
    <p:sldId id="272" r:id="rId18"/>
    <p:sldId id="273" r:id="rId19"/>
    <p:sldId id="259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6A7A"/>
    <a:srgbClr val="FFFFE5"/>
    <a:srgbClr val="FF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619F08-7A26-C045-9EBA-4CE8C8AC5C5D}" v="1" dt="2024-12-13T09:11:45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33"/>
    <p:restoredTop sz="93091" autoAdjust="0"/>
  </p:normalViewPr>
  <p:slideViewPr>
    <p:cSldViewPr snapToGrid="0">
      <p:cViewPr varScale="1">
        <p:scale>
          <a:sx n="108" d="100"/>
          <a:sy n="108" d="100"/>
        </p:scale>
        <p:origin x="664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jeong Hwang" userId="85a689e334301df8" providerId="LiveId" clId="{38619F08-7A26-C045-9EBA-4CE8C8AC5C5D}"/>
    <pc:docChg chg="undo custSel modSld">
      <pc:chgData name="Heejeong Hwang" userId="85a689e334301df8" providerId="LiveId" clId="{38619F08-7A26-C045-9EBA-4CE8C8AC5C5D}" dt="2024-12-13T09:11:45.136" v="2" actId="164"/>
      <pc:docMkLst>
        <pc:docMk/>
      </pc:docMkLst>
      <pc:sldChg chg="addSp modSp mod">
        <pc:chgData name="Heejeong Hwang" userId="85a689e334301df8" providerId="LiveId" clId="{38619F08-7A26-C045-9EBA-4CE8C8AC5C5D}" dt="2024-12-13T09:11:45.136" v="2" actId="164"/>
        <pc:sldMkLst>
          <pc:docMk/>
          <pc:sldMk cId="3446783087" sldId="266"/>
        </pc:sldMkLst>
        <pc:spChg chg="mod">
          <ac:chgData name="Heejeong Hwang" userId="85a689e334301df8" providerId="LiveId" clId="{38619F08-7A26-C045-9EBA-4CE8C8AC5C5D}" dt="2024-12-13T09:11:43.440" v="1" actId="1076"/>
          <ac:spMkLst>
            <pc:docMk/>
            <pc:sldMk cId="3446783087" sldId="266"/>
            <ac:spMk id="25" creationId="{753B4B46-C526-2537-095B-5190E6EBB38C}"/>
          </ac:spMkLst>
        </pc:spChg>
        <pc:grpChg chg="mod">
          <ac:chgData name="Heejeong Hwang" userId="85a689e334301df8" providerId="LiveId" clId="{38619F08-7A26-C045-9EBA-4CE8C8AC5C5D}" dt="2024-12-13T09:11:45.136" v="2" actId="164"/>
          <ac:grpSpMkLst>
            <pc:docMk/>
            <pc:sldMk cId="3446783087" sldId="266"/>
            <ac:grpSpMk id="2" creationId="{D76317D5-D17B-40FE-BE8D-F6F3882E3E68}"/>
          </ac:grpSpMkLst>
        </pc:grpChg>
        <pc:grpChg chg="add mod">
          <ac:chgData name="Heejeong Hwang" userId="85a689e334301df8" providerId="LiveId" clId="{38619F08-7A26-C045-9EBA-4CE8C8AC5C5D}" dt="2024-12-13T09:11:45.136" v="2" actId="164"/>
          <ac:grpSpMkLst>
            <pc:docMk/>
            <pc:sldMk cId="3446783087" sldId="266"/>
            <ac:grpSpMk id="3" creationId="{79A2B078-7CD0-9ABE-A5A2-1F80F9D1D74A}"/>
          </ac:grpSpMkLst>
        </pc:grpChg>
        <pc:grpChg chg="mod">
          <ac:chgData name="Heejeong Hwang" userId="85a689e334301df8" providerId="LiveId" clId="{38619F08-7A26-C045-9EBA-4CE8C8AC5C5D}" dt="2024-12-13T09:11:45.136" v="2" actId="164"/>
          <ac:grpSpMkLst>
            <pc:docMk/>
            <pc:sldMk cId="3446783087" sldId="266"/>
            <ac:grpSpMk id="95" creationId="{2141CF88-8C6B-45C1-D845-512618499E50}"/>
          </ac:grpSpMkLst>
        </pc:grpChg>
        <pc:cxnChg chg="mod">
          <ac:chgData name="Heejeong Hwang" userId="85a689e334301df8" providerId="LiveId" clId="{38619F08-7A26-C045-9EBA-4CE8C8AC5C5D}" dt="2024-12-13T09:11:45.136" v="2" actId="164"/>
          <ac:cxnSpMkLst>
            <pc:docMk/>
            <pc:sldMk cId="3446783087" sldId="266"/>
            <ac:cxnSpMk id="117" creationId="{6DAE8581-F830-48B4-8EEB-FEDD78ECCD7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28A9E-F46F-9F45-A324-0596A8ED691E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7B542-7D14-574E-882E-74C507F097F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0578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식단 </a:t>
            </a:r>
            <a:r>
              <a:rPr kumimoji="1" lang="en-US" altLang="ko-KR" dirty="0"/>
              <a:t>?</a:t>
            </a:r>
            <a:r>
              <a:rPr kumimoji="1" lang="ko-KR" altLang="en-US" dirty="0"/>
              <a:t> 식사 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6197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ko-KR" altLang="en-US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54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ko-KR" altLang="en-US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06126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식단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조합 및 선호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조합 </a:t>
            </a:r>
            <a:r>
              <a:rPr lang="ko-KR" altLang="en-US" sz="1100"/>
              <a:t>및 선호 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6915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식단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조합 및 선호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조합 </a:t>
            </a:r>
            <a:r>
              <a:rPr lang="ko-KR" altLang="en-US" sz="1100"/>
              <a:t>및 선호 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6702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식단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조합 및 선호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조합 </a:t>
            </a:r>
            <a:r>
              <a:rPr lang="ko-KR" altLang="en-US" sz="1100"/>
              <a:t>및 선호 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9649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식단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조합 및 선호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조합 </a:t>
            </a:r>
            <a:r>
              <a:rPr lang="ko-KR" altLang="en-US" sz="1100"/>
              <a:t>및 선호 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3134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식단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조합 및 선호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조합 </a:t>
            </a:r>
            <a:r>
              <a:rPr lang="ko-KR" altLang="en-US" sz="1100"/>
              <a:t>및 선호 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01319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2E825-3979-E110-7155-370B16169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2A8E88-3D71-BAA7-79B5-99BA58DB9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A2F156-D200-86CA-0DE4-F9DB3D3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729B2-C973-42D2-85D2-2EE0BFFF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58646A-6E43-0389-420E-05EE0589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83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050BD-E032-3654-4741-05ED7112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9908B-1B59-97E4-6AE7-06A74A843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EAD9D6-AD6E-BA60-3A1B-F02BFBE2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4E8CE-3056-3987-3652-7979DD3E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F72BB-87BB-0DE0-9F08-097CF4EF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09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4A525-16C7-4317-22C4-599B3ABC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BC424B-9800-809A-2987-F9D423163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FDE2F9-F7A7-6B5D-5D65-FA9CA907C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A6FEF-A850-3AD4-3F37-3708A3FD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DB8DC0-F718-74EE-3B33-1F7561DC6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291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2DC68-CFFE-9E77-9FC4-E8A4244F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BF19D5-C985-9686-8A3C-7D5CD9C76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8AFB7F-9303-50DC-C550-6AB411ACF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CD9625-4BBC-E84C-4251-B784B6AE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8FAAD2-DF6F-8C2C-961A-E2714195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C72C3D-BD1C-59C7-5B50-48C84044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646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F0B29-DECF-0805-F9D2-5E974883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AA0B3-04F1-1250-C227-A92CE49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BDFE91-F826-A033-7045-408F7AD31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7683E3-B855-6347-46E6-0FCAE32A3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D24636-6B6A-A7B0-70D3-3E8D6CFDA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5AD6EE-6002-9B22-846D-377EE16F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110BD1-A2FD-606C-5466-479C91D42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2882A5-E26D-1D7B-538A-00E81C5C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249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9C125-6A9A-AEF0-8E75-A930CA32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47473D-A40F-F21D-DF02-1F0066C6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C23FED-C959-A481-8DDF-C5D5483B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78B3FB-3AED-0143-6866-6901D431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544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A1339A-DF67-9D42-7E22-EAB93697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508578-7575-352D-DD2D-A72159308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2D775F-428E-C733-28FA-323CF0B8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611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54CA3-D66F-A392-FF06-E5C6C0A6F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35DAE7-A4F1-A9A0-EE60-6521CBF1C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D8C0EA-5DD7-B221-6DEA-BABD19FC7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3B7E6B-2FE9-F90D-0481-145BD1F2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23B461-3A4D-6CCE-2422-0615A735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895E30-2FE8-0205-468B-5948C350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6650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568D3-C5CE-B214-CE12-FF21EBD3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F4C293-D112-4AE5-7885-9196B4479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7ABFC1-5FED-CB00-73C6-072891444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CEBE18-DFF1-0A0E-164E-7A0C4ADA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EE7981-573E-EEDB-F628-F3EABBBE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D8E7D-C6CB-ACC5-FEBF-81057EEA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217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CE1FB-9FE0-3DA3-716B-0A220129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F64B5F-C253-9631-F429-C3C96ABBA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120A7-65C8-0D10-DEF9-DFF6A5C17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EA7311-E215-1B1C-9EBC-3FA400DD9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4D607-93E3-9DC6-5E32-A5095AAC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9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98AA55-94E0-8993-A584-A164559BA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C029B1-453C-9AD5-65A3-8F76B4F3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F07AC-DBD6-B125-73E5-8DC1981B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13F7C-C011-91B5-E301-0D774E9C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93F92B-0E9E-D59E-3462-8C8257B1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94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862470-3693-7045-A0F3-30A0BA19D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189554-8AEF-2597-C518-E3A76C181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BEE91-233E-FE2C-0B22-A85F41001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193DF-E0B3-BA4B-AF3D-EA354F699BF2}" type="datetimeFigureOut">
              <a:rPr kumimoji="1" lang="ko-KR" altLang="en-US" smtClean="0"/>
              <a:t>2024. 12. 13.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9B973-8804-5EE3-2A10-D43E3F808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6D9D7B-1EFA-29F9-5690-051E53AE0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72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처리 5">
            <a:extLst>
              <a:ext uri="{FF2B5EF4-FFF2-40B4-BE49-F238E27FC236}">
                <a16:creationId xmlns:a16="http://schemas.microsoft.com/office/drawing/2014/main" id="{758F850C-29AD-4085-8FE3-0F67DC078DBD}"/>
              </a:ext>
            </a:extLst>
          </p:cNvPr>
          <p:cNvSpPr/>
          <p:nvPr/>
        </p:nvSpPr>
        <p:spPr>
          <a:xfrm>
            <a:off x="211494" y="2396814"/>
            <a:ext cx="11769012" cy="580431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유전 알고리즘 및 그래프 </a:t>
            </a:r>
            <a:r>
              <a:rPr lang="ko-KR" altLang="en-US" sz="2000" dirty="0" err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뉴럴</a:t>
            </a:r>
            <a:r>
              <a:rPr lang="ko-KR" altLang="en-US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네트워크 기반의 사용자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맞춤형 한끼 식단 </a:t>
            </a:r>
            <a:r>
              <a:rPr lang="ko-KR" altLang="en-US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설계 및 추천 시스템</a:t>
            </a:r>
          </a:p>
        </p:txBody>
      </p:sp>
      <p:sp>
        <p:nvSpPr>
          <p:cNvPr id="25" name="처리 5">
            <a:extLst>
              <a:ext uri="{FF2B5EF4-FFF2-40B4-BE49-F238E27FC236}">
                <a16:creationId xmlns:a16="http://schemas.microsoft.com/office/drawing/2014/main" id="{FE880C84-1CF7-401F-86CA-C512FC9C5EBB}"/>
              </a:ext>
            </a:extLst>
          </p:cNvPr>
          <p:cNvSpPr/>
          <p:nvPr/>
        </p:nvSpPr>
        <p:spPr>
          <a:xfrm>
            <a:off x="4091709" y="3636608"/>
            <a:ext cx="4008582" cy="580431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6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황희정</a:t>
            </a:r>
            <a:r>
              <a:rPr kumimoji="1" lang="en-US" altLang="ko-KR" sz="16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6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유정연</a:t>
            </a:r>
            <a:endParaRPr kumimoji="1" lang="ko-KR" altLang="en-US" sz="1600" kern="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45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3B00710-040B-40D2-9A32-0516F125C386}"/>
              </a:ext>
            </a:extLst>
          </p:cNvPr>
          <p:cNvSpPr txBox="1"/>
          <p:nvPr/>
        </p:nvSpPr>
        <p:spPr>
          <a:xfrm>
            <a:off x="203625" y="728633"/>
            <a:ext cx="11784750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기술분야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본 발명은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개인 맞춤형 식단 추천 방법 및 시스템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관한 것으로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사용자의 신체 정보에 따른 영양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요구사항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식이 기록에 따른 식품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선호도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그리고 식품 간의 조화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종합적으로 고려하여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최적화된 맞춤형 식단을 추천하는 방법 및 시스템에 관한 것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이다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특히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 err="1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머신러닝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알고리즘을 활용하여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사용자의 식이 섭취 기록에 따른 선호도와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국가영양조사 데이터를 바탕으로 두 식품 간 조화를 분석하고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이를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바탕으로 영양적으로 균형 잡히고 조화로운 식단을 구성하는 기술을 다룬다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kumimoji="1" lang="en-US" altLang="ko-KR" sz="1200" kern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배경 기술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기존의 식단 추천 시스템은 주로 칼로리나 영양소 균형에만 초점을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맞추어 왔으며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영양 균형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식품 간 조화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개인 선호도를 동시에 고려하여 최적화된 식단을 구성하는 알고리즘의 개발이 미흡했다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이는 기본적인 영양 요구사항을 충족시키는 데에는 효과적일 수 있으나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개인의 선호도나 식품 간 조합을 고려하지 못하는 한계가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있었다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특히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여러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식품이 하나의 식단을 이루는 경우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식품 간의 조화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(pairing)</a:t>
            </a:r>
            <a:r>
              <a:rPr kumimoji="1" lang="ko-KR" altLang="en-US" sz="1200" kern="0" dirty="0" err="1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고려하지 않은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추천은 식단에 대한 선호도를 낮추어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지속가능성이 떨어지는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문제가 있다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또한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영양 요구사항만 고려할 경우 개인의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식이 섭취 기록이나 선호도를 바탕으로 향후 선호할 수 있는 식품을 예측하여 추천하는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기능이 부족하여 사용자의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기호에 맞는 다양한 식단 구성에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한계가 있다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혹은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일반적인 추천 시스템을 식단 추천에 그대로 활용할 경우 식이 섭취 기록 혹은 선호 식품 목록에 따라 비슷한 식품을 추천해주게 되는데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이럴 경우 평소 식습관이 좋지 못한 사용자에게는 지속적으로 건강에 좋지 않은 식품만 추천될 수 있다는 한계가 있다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kumimoji="1" lang="en-US" altLang="ko-KR" sz="1200" kern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해결하려는 과제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영양 균형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개인의 선호도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식품 간 조화를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동시에 고려한 최적화된 맞춤형 식단 추천 시스템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개발한다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사용자의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식이 섭취 기록과 선호도를 분석하여 향후 선호할 수 있는 식품을 예측하고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이를 식단 구성에 반영하는 알고리즘을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개발한다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한국인의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식단 특성을 고려하여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밥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반찬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 등 여러 식품이 조화롭게 구성된 식단을 추천하는 기능을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구현한다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이때 식단의 일일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영양소 권장량을 만족시키면서도 사용자의 선호도와 식품 간 조화를 고려한 지속 가능한 식단 추천 방법을 개발한다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kumimoji="1" lang="en-US" altLang="ko-KR" sz="1400" kern="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01</a:t>
            </a:r>
            <a:r>
              <a:rPr lang="en-US" altLang="ko-KR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기술 분야 및 배경 기술</a:t>
            </a:r>
          </a:p>
        </p:txBody>
      </p:sp>
    </p:spTree>
    <p:extLst>
      <p:ext uri="{BB962C8B-B14F-4D97-AF65-F5344CB8AC3E}">
        <p14:creationId xmlns:p14="http://schemas.microsoft.com/office/powerpoint/2010/main" val="2272491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3B00710-040B-40D2-9A32-0516F125C386}"/>
              </a:ext>
            </a:extLst>
          </p:cNvPr>
          <p:cNvSpPr txBox="1"/>
          <p:nvPr/>
        </p:nvSpPr>
        <p:spPr>
          <a:xfrm>
            <a:off x="203625" y="728633"/>
            <a:ext cx="11784750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기술분야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본 발명은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개인 맞춤형 식단 추천 방법 및 시스템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관한 것으로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사용자의 신체 정보에 따른 영양 요구사항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식이 기록에 따른 식품 선호도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그리고 식품 간의 조화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종합적으로 고려하여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최적화된 맞춤형 식단을 추천하는 방법 및 시스템에 관한 것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특히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 err="1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머신러닝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알고리즘을 활용하여 사용자의 식이 섭취 기록에 따른 선호도와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국가영양조사 데이터를 바탕으로 두 식품 간 조화를 분석하고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이를 바탕으로 영양적으로 균형 잡히고 조화로운 식단을 구성하는 기술을 다룬다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kumimoji="1" lang="en-US" altLang="ko-KR" sz="1200" kern="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배경 기술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기존의 식단 추천 시스템은 주로 칼로리나 영양소 균형에만 초점을 맞추어 왔으며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영양 균형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식품 간 조화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개인 선호도를 동시에 고려하여 최적화된 식단을 구성하는 알고리즘의 개발이 미흡했다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이는 기본적인 영양 요구사항을 충족시키는 데에는 효과적일 수 있으나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개인의 선호도나 식품 간 조합을 고려하지 못하는 한계가 있었다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특히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여러 식품이 하나의 식단을 이루는 경우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식품 간의 조화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(pairing)</a:t>
            </a:r>
            <a:r>
              <a:rPr kumimoji="1" lang="ko-KR" altLang="en-US" sz="1200" kern="0" dirty="0" err="1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고려하지 않은 추천은 식단에 대한 선호도를 낮추어 지속가능성이 떨어지는 문제가 있다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또한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영양 요구사항만 고려할 경우 개인의 식이 섭취 기록이나 선호도를 바탕으로 향후 선호할 수 있는 식품을 예측하여 추천하는 기능이 부족하여 사용자의 기호에 맞는 다양한 식단 구성에 한계가 있다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혹은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일반적인 추천 시스템을 식단 추천에 그대로 활용할 경우 식이 섭취 기록 혹은 선호 식품 목록에 따라 비슷한 식품을 추천해주게 되는데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이럴 경우 평소 식습관이 좋지 못한 사용자에게는 지속적으로 건강에 좋지 않은 식품만 추천될 수 있다는 한계가 있다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kumimoji="1" lang="en-US" altLang="ko-KR" sz="1200" kern="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342900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해결하려는 과제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영양 균형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개인의 선호도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식품 간 조화를 동시에 고려한 최적화된 맞춤형 식단 추천 시스템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개발한다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사용자의 식이 섭취 기록과 선호도를 분석하여 향후 선호할 수 있는 식품을 예측하고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이를 식단 구성에 반영하는 알고리즘을 개발한다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한국인의 식단 특성을 고려하여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밥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반찬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 등 여러 식품이 조화롭게 구성된 식단을 추천하는 기능을 구현한다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800100" lvl="1" indent="-342900" defTabSz="387035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이때 식단의 일일 영양소 권장량을 만족시키면서도 사용자의 선호도와 식품 간 조화를 고려한 지속 가능한 식단 추천 방법을 개발한다</a:t>
            </a:r>
            <a:r>
              <a:rPr kumimoji="1" lang="en-US" altLang="ko-KR" sz="12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kumimoji="1" lang="en-US" altLang="ko-KR" sz="1400" kern="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문제점</a:t>
            </a:r>
          </a:p>
        </p:txBody>
      </p:sp>
    </p:spTree>
    <p:extLst>
      <p:ext uri="{BB962C8B-B14F-4D97-AF65-F5344CB8AC3E}">
        <p14:creationId xmlns:p14="http://schemas.microsoft.com/office/powerpoint/2010/main" val="273624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03</a:t>
            </a:r>
            <a:r>
              <a:rPr lang="en-US" altLang="ko-KR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발명의 특징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3B4B46-C526-2537-095B-5190E6EBB38C}"/>
              </a:ext>
            </a:extLst>
          </p:cNvPr>
          <p:cNvSpPr txBox="1"/>
          <p:nvPr/>
        </p:nvSpPr>
        <p:spPr>
          <a:xfrm>
            <a:off x="203625" y="825265"/>
            <a:ext cx="11784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87035">
              <a:buFont typeface="Arial" panose="020B0604020202020204" pitchFamily="34" charset="0"/>
              <a:buChar char="•"/>
              <a:defRPr/>
            </a:pPr>
            <a:r>
              <a:rPr kumimoji="1" lang="ko-KR" altLang="en-US" sz="16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본 발명은 </a:t>
            </a:r>
            <a:r>
              <a:rPr kumimoji="1" lang="ko-KR" altLang="ko-KR" sz="16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맞춤형 식단을 설계하고 추천하는 시스템으로</a:t>
            </a:r>
            <a:r>
              <a:rPr kumimoji="1" lang="en-US" altLang="ko-KR" sz="16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ko-KR" sz="16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도면</a:t>
            </a:r>
            <a:r>
              <a:rPr kumimoji="1" lang="en-US" altLang="ko-KR" sz="16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kumimoji="1" lang="ko-KR" altLang="ko-KR" sz="16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같이 아래 다섯가지 모듈을 포함한다</a:t>
            </a:r>
            <a:r>
              <a:rPr kumimoji="1" lang="en-US" altLang="ko-KR" sz="16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kumimoji="1" lang="ko-KR" altLang="ko-KR" sz="1600" kern="0" dirty="0">
              <a:ln w="9525">
                <a:solidFill>
                  <a:srgbClr val="4F81BD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9A2B078-7CD0-9ABE-A5A2-1F80F9D1D74A}"/>
              </a:ext>
            </a:extLst>
          </p:cNvPr>
          <p:cNvGrpSpPr/>
          <p:nvPr/>
        </p:nvGrpSpPr>
        <p:grpSpPr>
          <a:xfrm>
            <a:off x="1579887" y="1403167"/>
            <a:ext cx="9032227" cy="4086792"/>
            <a:chOff x="1579887" y="1403167"/>
            <a:chExt cx="9032227" cy="408679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76317D5-D17B-40FE-BE8D-F6F3882E3E68}"/>
                </a:ext>
              </a:extLst>
            </p:cNvPr>
            <p:cNvGrpSpPr/>
            <p:nvPr/>
          </p:nvGrpSpPr>
          <p:grpSpPr>
            <a:xfrm>
              <a:off x="6529233" y="1403167"/>
              <a:ext cx="4082881" cy="3717460"/>
              <a:chOff x="1447875" y="1390844"/>
              <a:chExt cx="4082881" cy="2747413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E3FA1F19-DBC5-4A47-96CA-B38DB3C06548}"/>
                  </a:ext>
                </a:extLst>
              </p:cNvPr>
              <p:cNvSpPr/>
              <p:nvPr/>
            </p:nvSpPr>
            <p:spPr>
              <a:xfrm>
                <a:off x="1447875" y="1470008"/>
                <a:ext cx="3143163" cy="72988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dirty="0">
                    <a:solidFill>
                      <a:sysClr val="windowText" lastClr="000000"/>
                    </a:solidFill>
                    <a:latin typeface="+mn-ea"/>
                  </a:rPr>
                  <a:t>사용자 정보 입력 모듈</a:t>
                </a:r>
                <a:endParaRPr lang="en-US" altLang="ko-KR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65A83162-649A-495B-83D9-3784A3B63ED1}"/>
                  </a:ext>
                </a:extLst>
              </p:cNvPr>
              <p:cNvSpPr/>
              <p:nvPr/>
            </p:nvSpPr>
            <p:spPr>
              <a:xfrm>
                <a:off x="1447875" y="2439188"/>
                <a:ext cx="3143163" cy="72988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dirty="0">
                    <a:solidFill>
                      <a:sysClr val="windowText" lastClr="000000"/>
                    </a:solidFill>
                    <a:latin typeface="+mn-ea"/>
                  </a:rPr>
                  <a:t>후보 식단 생성 모듈</a:t>
                </a:r>
                <a:endParaRPr lang="en-US" altLang="ko-KR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FD93A6F-A1BA-48BF-85D5-43229AB5F90B}"/>
                  </a:ext>
                </a:extLst>
              </p:cNvPr>
              <p:cNvSpPr/>
              <p:nvPr/>
            </p:nvSpPr>
            <p:spPr>
              <a:xfrm>
                <a:off x="1447875" y="3408368"/>
                <a:ext cx="3143163" cy="72988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>
                    <a:solidFill>
                      <a:sysClr val="windowText" lastClr="000000"/>
                    </a:solidFill>
                    <a:latin typeface="+mn-ea"/>
                  </a:rPr>
                  <a:t>후보 식단 평가 및 추천 </a:t>
                </a:r>
                <a:r>
                  <a:rPr lang="ko-KR" altLang="en-US" b="1" dirty="0">
                    <a:solidFill>
                      <a:sysClr val="windowText" lastClr="000000"/>
                    </a:solidFill>
                    <a:latin typeface="+mn-ea"/>
                  </a:rPr>
                  <a:t>모듈</a:t>
                </a:r>
                <a:endParaRPr lang="en-US" altLang="ko-KR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99D1700D-8A31-421F-A742-AB21165BAD47}"/>
                  </a:ext>
                </a:extLst>
              </p:cNvPr>
              <p:cNvCxnSpPr>
                <a:cxnSpLocks/>
                <a:stCxn id="35" idx="2"/>
                <a:endCxn id="36" idx="0"/>
              </p:cNvCxnSpPr>
              <p:nvPr/>
            </p:nvCxnSpPr>
            <p:spPr>
              <a:xfrm>
                <a:off x="3019457" y="2199897"/>
                <a:ext cx="0" cy="23929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8D27C9A4-D9F7-40B6-A495-CBE0276BABD2}"/>
                  </a:ext>
                </a:extLst>
              </p:cNvPr>
              <p:cNvCxnSpPr>
                <a:cxnSpLocks/>
                <a:stCxn id="36" idx="2"/>
                <a:endCxn id="38" idx="0"/>
              </p:cNvCxnSpPr>
              <p:nvPr/>
            </p:nvCxnSpPr>
            <p:spPr>
              <a:xfrm>
                <a:off x="3019457" y="3169077"/>
                <a:ext cx="0" cy="23929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구부러진 연결선 20">
                <a:extLst>
                  <a:ext uri="{FF2B5EF4-FFF2-40B4-BE49-F238E27FC236}">
                    <a16:creationId xmlns:a16="http://schemas.microsoft.com/office/drawing/2014/main" id="{9F2833B8-ECE6-4CEB-934C-BD75D1F30842}"/>
                  </a:ext>
                </a:extLst>
              </p:cNvPr>
              <p:cNvCxnSpPr>
                <a:cxnSpLocks/>
                <a:stCxn id="35" idx="3"/>
                <a:endCxn id="43" idx="1"/>
              </p:cNvCxnSpPr>
              <p:nvPr/>
            </p:nvCxnSpPr>
            <p:spPr>
              <a:xfrm flipV="1">
                <a:off x="4591038" y="1611082"/>
                <a:ext cx="375140" cy="223871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D9003EE-BDED-4954-A36C-031A9F84BC3B}"/>
                  </a:ext>
                </a:extLst>
              </p:cNvPr>
              <p:cNvSpPr txBox="1"/>
              <p:nvPr/>
            </p:nvSpPr>
            <p:spPr>
              <a:xfrm>
                <a:off x="4966178" y="1390844"/>
                <a:ext cx="564578" cy="440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100</a:t>
                </a:r>
                <a:endParaRPr lang="ko-KR" altLang="en-US" dirty="0">
                  <a:latin typeface="+mn-ea"/>
                </a:endParaRPr>
              </a:p>
            </p:txBody>
          </p:sp>
          <p:cxnSp>
            <p:nvCxnSpPr>
              <p:cNvPr id="44" name="구부러진 연결선 20">
                <a:extLst>
                  <a:ext uri="{FF2B5EF4-FFF2-40B4-BE49-F238E27FC236}">
                    <a16:creationId xmlns:a16="http://schemas.microsoft.com/office/drawing/2014/main" id="{64FF38D8-911E-4B9B-9BB1-76791E09C654}"/>
                  </a:ext>
                </a:extLst>
              </p:cNvPr>
              <p:cNvCxnSpPr>
                <a:cxnSpLocks/>
                <a:stCxn id="36" idx="3"/>
                <a:endCxn id="45" idx="1"/>
              </p:cNvCxnSpPr>
              <p:nvPr/>
            </p:nvCxnSpPr>
            <p:spPr>
              <a:xfrm flipV="1">
                <a:off x="4591038" y="2604240"/>
                <a:ext cx="375140" cy="199893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647B69-3353-4A4C-A1E2-F03482A3D175}"/>
                  </a:ext>
                </a:extLst>
              </p:cNvPr>
              <p:cNvSpPr txBox="1"/>
              <p:nvPr/>
            </p:nvSpPr>
            <p:spPr>
              <a:xfrm>
                <a:off x="4966178" y="2384002"/>
                <a:ext cx="564578" cy="440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200</a:t>
                </a:r>
                <a:endParaRPr lang="ko-KR" altLang="en-US" dirty="0">
                  <a:latin typeface="+mn-ea"/>
                </a:endParaRPr>
              </a:p>
            </p:txBody>
          </p:sp>
          <p:cxnSp>
            <p:nvCxnSpPr>
              <p:cNvPr id="49" name="구부러진 연결선 20">
                <a:extLst>
                  <a:ext uri="{FF2B5EF4-FFF2-40B4-BE49-F238E27FC236}">
                    <a16:creationId xmlns:a16="http://schemas.microsoft.com/office/drawing/2014/main" id="{483BF68E-FCA9-453B-8B17-3E3E8289FB9E}"/>
                  </a:ext>
                </a:extLst>
              </p:cNvPr>
              <p:cNvCxnSpPr>
                <a:cxnSpLocks/>
                <a:endCxn id="51" idx="1"/>
              </p:cNvCxnSpPr>
              <p:nvPr/>
            </p:nvCxnSpPr>
            <p:spPr>
              <a:xfrm flipV="1">
                <a:off x="4591038" y="3563420"/>
                <a:ext cx="375140" cy="207802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2DA7AD4-E6BE-446E-8D74-E6B6305F8E1B}"/>
                  </a:ext>
                </a:extLst>
              </p:cNvPr>
              <p:cNvSpPr txBox="1"/>
              <p:nvPr/>
            </p:nvSpPr>
            <p:spPr>
              <a:xfrm>
                <a:off x="4966178" y="3343182"/>
                <a:ext cx="564578" cy="440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400</a:t>
                </a:r>
                <a:endParaRPr lang="ko-KR" altLang="en-US" dirty="0">
                  <a:latin typeface="+mn-ea"/>
                </a:endParaRPr>
              </a:p>
            </p:txBody>
          </p:sp>
        </p:grp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6DAE8581-F830-48B4-8EEB-FEDD78ECCD79}"/>
                </a:ext>
              </a:extLst>
            </p:cNvPr>
            <p:cNvCxnSpPr>
              <a:cxnSpLocks/>
              <a:stCxn id="41" idx="3"/>
              <a:endCxn id="38" idx="1"/>
            </p:cNvCxnSpPr>
            <p:nvPr/>
          </p:nvCxnSpPr>
          <p:spPr>
            <a:xfrm>
              <a:off x="3652415" y="4626830"/>
              <a:ext cx="287681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2141CF88-8C6B-45C1-D845-512618499E50}"/>
                </a:ext>
              </a:extLst>
            </p:cNvPr>
            <p:cNvGrpSpPr/>
            <p:nvPr/>
          </p:nvGrpSpPr>
          <p:grpSpPr>
            <a:xfrm>
              <a:off x="1579887" y="1510284"/>
              <a:ext cx="4613470" cy="3979675"/>
              <a:chOff x="1579887" y="1510284"/>
              <a:chExt cx="4613470" cy="3979675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4CE36C2-DF2E-4CC3-8225-FF977782C1AA}"/>
                  </a:ext>
                </a:extLst>
              </p:cNvPr>
              <p:cNvSpPr txBox="1"/>
              <p:nvPr/>
            </p:nvSpPr>
            <p:spPr>
              <a:xfrm>
                <a:off x="1579888" y="2773943"/>
                <a:ext cx="564578" cy="595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300</a:t>
                </a:r>
                <a:endParaRPr lang="ko-KR" altLang="en-US" dirty="0">
                  <a:latin typeface="+mn-ea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27BFEBA-B95A-4829-C473-B7286713139C}"/>
                  </a:ext>
                </a:extLst>
              </p:cNvPr>
              <p:cNvSpPr txBox="1"/>
              <p:nvPr/>
            </p:nvSpPr>
            <p:spPr>
              <a:xfrm>
                <a:off x="1579887" y="4084049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310</a:t>
                </a:r>
                <a:endParaRPr lang="ko-KR" altLang="en-US" dirty="0">
                  <a:latin typeface="+mn-ea"/>
                </a:endParaRPr>
              </a:p>
            </p:txBody>
          </p: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8540F3DB-A3FD-D10C-4037-AACFE1A52CEB}"/>
                  </a:ext>
                </a:extLst>
              </p:cNvPr>
              <p:cNvGrpSpPr/>
              <p:nvPr/>
            </p:nvGrpSpPr>
            <p:grpSpPr>
              <a:xfrm>
                <a:off x="2144465" y="1510284"/>
                <a:ext cx="4048892" cy="3979675"/>
                <a:chOff x="2144465" y="1510284"/>
                <a:chExt cx="4048892" cy="3979675"/>
              </a:xfrm>
            </p:grpSpPr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0DCDA385-F8D9-43CE-BC7A-A2FAC2783BB9}"/>
                    </a:ext>
                  </a:extLst>
                </p:cNvPr>
                <p:cNvSpPr/>
                <p:nvPr/>
              </p:nvSpPr>
              <p:spPr>
                <a:xfrm>
                  <a:off x="2521972" y="2813771"/>
                  <a:ext cx="3665895" cy="995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  <a:effectLst>
                  <a:outerShdw dist="25400" dir="2520000" algn="tl" rotWithShape="0">
                    <a:prstClr val="black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b="1" dirty="0">
                      <a:solidFill>
                        <a:sysClr val="windowText" lastClr="000000"/>
                      </a:solidFill>
                      <a:latin typeface="+mn-ea"/>
                    </a:rPr>
                    <a:t>식단 평가 모델 생성 모듈</a:t>
                  </a:r>
                  <a:endParaRPr lang="en-US" altLang="ko-KR" b="1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cxnSp>
              <p:nvCxnSpPr>
                <p:cNvPr id="28" name="구부러진 연결선 20">
                  <a:extLst>
                    <a:ext uri="{FF2B5EF4-FFF2-40B4-BE49-F238E27FC236}">
                      <a16:creationId xmlns:a16="http://schemas.microsoft.com/office/drawing/2014/main" id="{36B26B1F-A830-435C-808A-B517EC658FAF}"/>
                    </a:ext>
                  </a:extLst>
                </p:cNvPr>
                <p:cNvCxnSpPr>
                  <a:cxnSpLocks/>
                  <a:stCxn id="27" idx="1"/>
                  <a:endCxn id="29" idx="3"/>
                </p:cNvCxnSpPr>
                <p:nvPr/>
              </p:nvCxnSpPr>
              <p:spPr>
                <a:xfrm rot="10800000">
                  <a:off x="2144465" y="3071943"/>
                  <a:ext cx="377505" cy="239569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자기 디스크 4">
                  <a:extLst>
                    <a:ext uri="{FF2B5EF4-FFF2-40B4-BE49-F238E27FC236}">
                      <a16:creationId xmlns:a16="http://schemas.microsoft.com/office/drawing/2014/main" id="{9A5C8892-374D-8C73-6D9F-89935A4D4EB8}"/>
                    </a:ext>
                  </a:extLst>
                </p:cNvPr>
                <p:cNvSpPr/>
                <p:nvPr/>
              </p:nvSpPr>
              <p:spPr>
                <a:xfrm>
                  <a:off x="2519293" y="1510284"/>
                  <a:ext cx="1761643" cy="987595"/>
                </a:xfrm>
                <a:prstGeom prst="flowChartMagneticDisk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44000" rIns="0" bIns="0" rtlCol="0" anchor="ctr"/>
                <a:lstStyle/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한국인 영양소 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섭취기준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9" name="자기 디스크 8">
                  <a:extLst>
                    <a:ext uri="{FF2B5EF4-FFF2-40B4-BE49-F238E27FC236}">
                      <a16:creationId xmlns:a16="http://schemas.microsoft.com/office/drawing/2014/main" id="{BB29B813-34BC-B1C3-F410-EB3AA93B6336}"/>
                    </a:ext>
                  </a:extLst>
                </p:cNvPr>
                <p:cNvSpPr/>
                <p:nvPr/>
              </p:nvSpPr>
              <p:spPr>
                <a:xfrm>
                  <a:off x="4431714" y="1510284"/>
                  <a:ext cx="1761643" cy="987595"/>
                </a:xfrm>
                <a:prstGeom prst="flowChartMagneticDisk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44000" rIns="0" bIns="0" rtlCol="0" anchor="ctr"/>
                <a:lstStyle/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국민건강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영양조사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cxnSp>
              <p:nvCxnSpPr>
                <p:cNvPr id="14" name="직선 화살표 연결선 13">
                  <a:extLst>
                    <a:ext uri="{FF2B5EF4-FFF2-40B4-BE49-F238E27FC236}">
                      <a16:creationId xmlns:a16="http://schemas.microsoft.com/office/drawing/2014/main" id="{050D2200-CE30-F5D2-42CF-50356874E50D}"/>
                    </a:ext>
                  </a:extLst>
                </p:cNvPr>
                <p:cNvCxnSpPr>
                  <a:cxnSpLocks/>
                  <a:stCxn id="5" idx="3"/>
                </p:cNvCxnSpPr>
                <p:nvPr/>
              </p:nvCxnSpPr>
              <p:spPr>
                <a:xfrm>
                  <a:off x="3400115" y="2497879"/>
                  <a:ext cx="0" cy="31573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화살표 연결선 18">
                  <a:extLst>
                    <a:ext uri="{FF2B5EF4-FFF2-40B4-BE49-F238E27FC236}">
                      <a16:creationId xmlns:a16="http://schemas.microsoft.com/office/drawing/2014/main" id="{5028AC98-C8DC-719B-ABB3-17AA576F2370}"/>
                    </a:ext>
                  </a:extLst>
                </p:cNvPr>
                <p:cNvCxnSpPr>
                  <a:cxnSpLocks/>
                  <a:stCxn id="9" idx="3"/>
                </p:cNvCxnSpPr>
                <p:nvPr/>
              </p:nvCxnSpPr>
              <p:spPr>
                <a:xfrm>
                  <a:off x="5312535" y="2497879"/>
                  <a:ext cx="0" cy="31573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6F365D62-0431-8D1E-85D4-F9154C923225}"/>
                    </a:ext>
                  </a:extLst>
                </p:cNvPr>
                <p:cNvSpPr/>
                <p:nvPr/>
              </p:nvSpPr>
              <p:spPr>
                <a:xfrm>
                  <a:off x="2521972" y="4222865"/>
                  <a:ext cx="1130442" cy="80793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  <a:effectLst>
                  <a:outerShdw dist="25400" dir="2520000" algn="tl" rotWithShape="0">
                    <a:prstClr val="black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건강 평가 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모델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1E5819D-DCE5-08BC-0354-9B77EB98F91D}"/>
                    </a:ext>
                  </a:extLst>
                </p:cNvPr>
                <p:cNvSpPr/>
                <p:nvPr/>
              </p:nvSpPr>
              <p:spPr>
                <a:xfrm>
                  <a:off x="3789699" y="4222865"/>
                  <a:ext cx="1130442" cy="80793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  <a:effectLst>
                  <a:outerShdw dist="25400" dir="2520000" algn="tl" rotWithShape="0">
                    <a:prstClr val="black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조합 평가 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모델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1C73F5CF-69DD-A53E-9E48-2EF166EB1DDE}"/>
                    </a:ext>
                  </a:extLst>
                </p:cNvPr>
                <p:cNvSpPr/>
                <p:nvPr/>
              </p:nvSpPr>
              <p:spPr>
                <a:xfrm>
                  <a:off x="5057425" y="4222865"/>
                  <a:ext cx="1130442" cy="80793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  <a:effectLst>
                  <a:outerShdw dist="25400" dir="2520000" algn="tl" rotWithShape="0">
                    <a:prstClr val="black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선호 평가 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모델</a:t>
                  </a:r>
                  <a:endParaRPr lang="en-US" altLang="ko-KR" sz="1600" b="1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cxnSp>
              <p:nvCxnSpPr>
                <p:cNvPr id="59" name="직선 화살표 연결선 58">
                  <a:extLst>
                    <a:ext uri="{FF2B5EF4-FFF2-40B4-BE49-F238E27FC236}">
                      <a16:creationId xmlns:a16="http://schemas.microsoft.com/office/drawing/2014/main" id="{B017555D-7B80-10D2-F73F-1DD3C1C27DDA}"/>
                    </a:ext>
                  </a:extLst>
                </p:cNvPr>
                <p:cNvCxnSpPr>
                  <a:cxnSpLocks/>
                  <a:stCxn id="27" idx="2"/>
                  <a:endCxn id="50" idx="0"/>
                </p:cNvCxnSpPr>
                <p:nvPr/>
              </p:nvCxnSpPr>
              <p:spPr>
                <a:xfrm>
                  <a:off x="4354919" y="3809251"/>
                  <a:ext cx="1" cy="41361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화살표 연결선 61">
                  <a:extLst>
                    <a:ext uri="{FF2B5EF4-FFF2-40B4-BE49-F238E27FC236}">
                      <a16:creationId xmlns:a16="http://schemas.microsoft.com/office/drawing/2014/main" id="{2BFD0C63-2481-C093-1B07-9D7376814BDA}"/>
                    </a:ext>
                  </a:extLst>
                </p:cNvPr>
                <p:cNvCxnSpPr>
                  <a:cxnSpLocks/>
                  <a:stCxn id="27" idx="2"/>
                  <a:endCxn id="56" idx="0"/>
                </p:cNvCxnSpPr>
                <p:nvPr/>
              </p:nvCxnSpPr>
              <p:spPr>
                <a:xfrm rot="16200000" flipH="1">
                  <a:off x="4781975" y="3382194"/>
                  <a:ext cx="413614" cy="1267727"/>
                </a:xfrm>
                <a:prstGeom prst="bentConnector3">
                  <a:avLst>
                    <a:gd name="adj1" fmla="val 50000"/>
                  </a:avLst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화살표 연결선 61">
                  <a:extLst>
                    <a:ext uri="{FF2B5EF4-FFF2-40B4-BE49-F238E27FC236}">
                      <a16:creationId xmlns:a16="http://schemas.microsoft.com/office/drawing/2014/main" id="{2D8828D7-D59A-65BC-0525-A130FB9E574A}"/>
                    </a:ext>
                  </a:extLst>
                </p:cNvPr>
                <p:cNvCxnSpPr>
                  <a:cxnSpLocks/>
                  <a:stCxn id="27" idx="2"/>
                  <a:endCxn id="41" idx="0"/>
                </p:cNvCxnSpPr>
                <p:nvPr/>
              </p:nvCxnSpPr>
              <p:spPr>
                <a:xfrm rot="5400000">
                  <a:off x="3514249" y="3382196"/>
                  <a:ext cx="413614" cy="1267726"/>
                </a:xfrm>
                <a:prstGeom prst="bentConnector3">
                  <a:avLst>
                    <a:gd name="adj1" fmla="val 50000"/>
                  </a:avLst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구부러진 연결선 20">
                  <a:extLst>
                    <a:ext uri="{FF2B5EF4-FFF2-40B4-BE49-F238E27FC236}">
                      <a16:creationId xmlns:a16="http://schemas.microsoft.com/office/drawing/2014/main" id="{07D9F997-5E5E-C225-DA0C-D93CCEC1E92E}"/>
                    </a:ext>
                  </a:extLst>
                </p:cNvPr>
                <p:cNvCxnSpPr>
                  <a:cxnSpLocks/>
                  <a:stCxn id="41" idx="1"/>
                  <a:endCxn id="76" idx="3"/>
                </p:cNvCxnSpPr>
                <p:nvPr/>
              </p:nvCxnSpPr>
              <p:spPr>
                <a:xfrm rot="10800000">
                  <a:off x="2144466" y="4268716"/>
                  <a:ext cx="377507" cy="358115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F69BE712-553E-C205-5D05-138665B83985}"/>
                    </a:ext>
                  </a:extLst>
                </p:cNvPr>
                <p:cNvSpPr txBox="1"/>
                <p:nvPr/>
              </p:nvSpPr>
              <p:spPr>
                <a:xfrm>
                  <a:off x="3570597" y="5120627"/>
                  <a:ext cx="5645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+mn-ea"/>
                    </a:rPr>
                    <a:t>320</a:t>
                  </a:r>
                  <a:endParaRPr lang="ko-KR" altLang="en-US" dirty="0">
                    <a:latin typeface="+mn-ea"/>
                  </a:endParaRPr>
                </a:p>
              </p:txBody>
            </p:sp>
            <p:cxnSp>
              <p:nvCxnSpPr>
                <p:cNvPr id="83" name="구부러진 연결선 20">
                  <a:extLst>
                    <a:ext uri="{FF2B5EF4-FFF2-40B4-BE49-F238E27FC236}">
                      <a16:creationId xmlns:a16="http://schemas.microsoft.com/office/drawing/2014/main" id="{86A39003-429B-9C8A-437F-45F71CEF0539}"/>
                    </a:ext>
                  </a:extLst>
                </p:cNvPr>
                <p:cNvCxnSpPr>
                  <a:cxnSpLocks/>
                  <a:stCxn id="50" idx="2"/>
                  <a:endCxn id="82" idx="3"/>
                </p:cNvCxnSpPr>
                <p:nvPr/>
              </p:nvCxnSpPr>
              <p:spPr>
                <a:xfrm rot="5400000">
                  <a:off x="4107799" y="5058172"/>
                  <a:ext cx="274498" cy="219745"/>
                </a:xfrm>
                <a:prstGeom prst="curvedConnector2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DC42EF8A-8488-92A8-DFC4-D2CCD00F7EA7}"/>
                    </a:ext>
                  </a:extLst>
                </p:cNvPr>
                <p:cNvSpPr txBox="1"/>
                <p:nvPr/>
              </p:nvSpPr>
              <p:spPr>
                <a:xfrm>
                  <a:off x="4838322" y="5120627"/>
                  <a:ext cx="5645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+mn-ea"/>
                    </a:rPr>
                    <a:t>330</a:t>
                  </a:r>
                  <a:endParaRPr lang="ko-KR" altLang="en-US" dirty="0">
                    <a:latin typeface="+mn-ea"/>
                  </a:endParaRPr>
                </a:p>
              </p:txBody>
            </p:sp>
            <p:cxnSp>
              <p:nvCxnSpPr>
                <p:cNvPr id="88" name="구부러진 연결선 20">
                  <a:extLst>
                    <a:ext uri="{FF2B5EF4-FFF2-40B4-BE49-F238E27FC236}">
                      <a16:creationId xmlns:a16="http://schemas.microsoft.com/office/drawing/2014/main" id="{6EC433A9-E592-2A0B-4FCA-96205E3E1D47}"/>
                    </a:ext>
                  </a:extLst>
                </p:cNvPr>
                <p:cNvCxnSpPr>
                  <a:cxnSpLocks/>
                  <a:stCxn id="56" idx="2"/>
                  <a:endCxn id="87" idx="3"/>
                </p:cNvCxnSpPr>
                <p:nvPr/>
              </p:nvCxnSpPr>
              <p:spPr>
                <a:xfrm rot="5400000">
                  <a:off x="5375524" y="5058171"/>
                  <a:ext cx="274498" cy="219746"/>
                </a:xfrm>
                <a:prstGeom prst="curvedConnector2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446783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03</a:t>
            </a:r>
            <a:r>
              <a:rPr lang="en-US" altLang="ko-KR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발명의 특징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3B4B46-C526-2537-095B-5190E6EBB38C}"/>
              </a:ext>
            </a:extLst>
          </p:cNvPr>
          <p:cNvSpPr txBox="1"/>
          <p:nvPr/>
        </p:nvSpPr>
        <p:spPr>
          <a:xfrm>
            <a:off x="203625" y="825265"/>
            <a:ext cx="117847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정보 입력 모듈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(100):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사용자의 나이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성별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신장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체중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활동량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식품 선호도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선호 식단 유형 등을 입력 받음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후보 식단 생성 모듈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(200):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선택된 선호 식단 유형에 맞춰 추천될 후보 식단을 랜덤으로 생성함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식단 평가 모델 생성 모듈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(300):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'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한국인 영양소 섭취기준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'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'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국민건강영양조사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'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데이터베이스를 활용하여 세 가지 식단 평가 모델을 각각 생성함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건강 평가 모델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(310):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식단의 건강 점수를 계산하여 영양학적으로 평가함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조합 평가 모델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(320):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식단 내 모든 음식 간의 조합 점수를 계산 후 평균을 구해 식단 전체의 조합을 평가함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선호도 평가 모델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(330):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식단 내 모든 음식에 대한 사용자의 선호도 점수를 계산 후 평균을 구해 식단 전체에 대한 선호도를 평가함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다목적 최적화 모듈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(400):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300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생성된 세 가지 모델을 활용하여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200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생성된 후보 식단의 건강 점수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조합 점수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선호도 점수를 각각 계산하고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세 점수를 각각 최대화하여 최적 식단을 도출함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출력 모듈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(500):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400</a:t>
            </a:r>
            <a:r>
              <a:rPr kumimoji="1" lang="ko-KR" altLang="en-US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도출된 최적 식단을 사용자에게 제공 및 추천함</a:t>
            </a:r>
            <a:r>
              <a:rPr kumimoji="1" lang="en-US" altLang="ko-KR" sz="1400" kern="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A2F842CC-DAC3-154E-A886-5EE1EC6BF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34" y="2964306"/>
            <a:ext cx="6242824" cy="35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27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설명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C5C096F-4736-0FD3-B925-369D90B1E370}"/>
              </a:ext>
            </a:extLst>
          </p:cNvPr>
          <p:cNvGrpSpPr/>
          <p:nvPr/>
        </p:nvGrpSpPr>
        <p:grpSpPr>
          <a:xfrm>
            <a:off x="3909789" y="1077964"/>
            <a:ext cx="5346096" cy="5522856"/>
            <a:chOff x="3909789" y="1077964"/>
            <a:chExt cx="5346096" cy="552285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C03588B-107A-3E40-C3BC-0A8FD4909719}"/>
                </a:ext>
              </a:extLst>
            </p:cNvPr>
            <p:cNvSpPr/>
            <p:nvPr/>
          </p:nvSpPr>
          <p:spPr>
            <a:xfrm>
              <a:off x="3909789" y="1117617"/>
              <a:ext cx="4381024" cy="548320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546B889-74F7-57EC-1F43-FFD35BC7A342}"/>
                </a:ext>
              </a:extLst>
            </p:cNvPr>
            <p:cNvSpPr/>
            <p:nvPr/>
          </p:nvSpPr>
          <p:spPr>
            <a:xfrm>
              <a:off x="4058861" y="1930873"/>
              <a:ext cx="3143163" cy="7774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식단 유형 선택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8" name="구부러진 연결선 20">
              <a:extLst>
                <a:ext uri="{FF2B5EF4-FFF2-40B4-BE49-F238E27FC236}">
                  <a16:creationId xmlns:a16="http://schemas.microsoft.com/office/drawing/2014/main" id="{1CF7FC92-7C6E-66BA-FE83-C5D0FC8250B3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7202024" y="2175916"/>
              <a:ext cx="170207" cy="143703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54F451-7A4C-3641-760B-69B680234FDB}"/>
                </a:ext>
              </a:extLst>
            </p:cNvPr>
            <p:cNvSpPr txBox="1"/>
            <p:nvPr/>
          </p:nvSpPr>
          <p:spPr>
            <a:xfrm>
              <a:off x="7372231" y="1991250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210</a:t>
              </a:r>
              <a:endParaRPr lang="ko-KR" altLang="en-US" dirty="0">
                <a:latin typeface="+mn-ea"/>
              </a:endParaRPr>
            </a:p>
          </p:txBody>
        </p:sp>
        <p:cxnSp>
          <p:nvCxnSpPr>
            <p:cNvPr id="10" name="구부러진 연결선 20">
              <a:extLst>
                <a:ext uri="{FF2B5EF4-FFF2-40B4-BE49-F238E27FC236}">
                  <a16:creationId xmlns:a16="http://schemas.microsoft.com/office/drawing/2014/main" id="{3E64A1A5-5343-4665-B0F1-E0911FE28A10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8290813" y="1262630"/>
              <a:ext cx="400494" cy="184666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23340D-D51E-F01E-2B5C-2E4FD9D4E9FC}"/>
                </a:ext>
              </a:extLst>
            </p:cNvPr>
            <p:cNvSpPr txBox="1"/>
            <p:nvPr/>
          </p:nvSpPr>
          <p:spPr>
            <a:xfrm>
              <a:off x="8691307" y="1077964"/>
              <a:ext cx="56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200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394115B-53E7-4AF4-4173-ECF5A9F145EC}"/>
                </a:ext>
              </a:extLst>
            </p:cNvPr>
            <p:cNvSpPr/>
            <p:nvPr/>
          </p:nvSpPr>
          <p:spPr>
            <a:xfrm>
              <a:off x="4204826" y="1195843"/>
              <a:ext cx="37909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식단 유형 결정 모듈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E76B359-3489-31C6-79AA-9993AC9666FD}"/>
                </a:ext>
              </a:extLst>
            </p:cNvPr>
            <p:cNvSpPr/>
            <p:nvPr/>
          </p:nvSpPr>
          <p:spPr>
            <a:xfrm>
              <a:off x="4058861" y="3109855"/>
              <a:ext cx="3143163" cy="7774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식단 구성 요소 정의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14" name="구부러진 연결선 20">
              <a:extLst>
                <a:ext uri="{FF2B5EF4-FFF2-40B4-BE49-F238E27FC236}">
                  <a16:creationId xmlns:a16="http://schemas.microsoft.com/office/drawing/2014/main" id="{B2D0252E-4769-12DD-33EC-5B90460E0EE3}"/>
                </a:ext>
              </a:extLst>
            </p:cNvPr>
            <p:cNvCxnSpPr>
              <a:cxnSpLocks/>
              <a:stCxn id="13" idx="3"/>
              <a:endCxn id="16" idx="1"/>
            </p:cNvCxnSpPr>
            <p:nvPr/>
          </p:nvCxnSpPr>
          <p:spPr>
            <a:xfrm flipV="1">
              <a:off x="7202024" y="3354898"/>
              <a:ext cx="170207" cy="143703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EF48A17-B8C9-AF95-896B-4D5480E5851D}"/>
                </a:ext>
              </a:extLst>
            </p:cNvPr>
            <p:cNvSpPr txBox="1"/>
            <p:nvPr/>
          </p:nvSpPr>
          <p:spPr>
            <a:xfrm>
              <a:off x="7372231" y="3170232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220</a:t>
              </a:r>
              <a:endParaRPr lang="ko-KR" altLang="en-US" dirty="0">
                <a:latin typeface="+mn-ea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7615AF27-7A61-8C99-4268-21E092821CFD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5630443" y="2708365"/>
              <a:ext cx="0" cy="4014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2DA3D4-EFBF-030F-2F21-2598630FB42A}"/>
                </a:ext>
              </a:extLst>
            </p:cNvPr>
            <p:cNvSpPr/>
            <p:nvPr/>
          </p:nvSpPr>
          <p:spPr>
            <a:xfrm>
              <a:off x="4058861" y="4301358"/>
              <a:ext cx="3143163" cy="7774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식단 구성 요소 조합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20" name="구부러진 연결선 20">
              <a:extLst>
                <a:ext uri="{FF2B5EF4-FFF2-40B4-BE49-F238E27FC236}">
                  <a16:creationId xmlns:a16="http://schemas.microsoft.com/office/drawing/2014/main" id="{15B8C147-4790-FA8B-E32C-BD894244CFB1}"/>
                </a:ext>
              </a:extLst>
            </p:cNvPr>
            <p:cNvCxnSpPr>
              <a:cxnSpLocks/>
              <a:stCxn id="19" idx="3"/>
              <a:endCxn id="21" idx="1"/>
            </p:cNvCxnSpPr>
            <p:nvPr/>
          </p:nvCxnSpPr>
          <p:spPr>
            <a:xfrm flipV="1">
              <a:off x="7202024" y="4546401"/>
              <a:ext cx="170207" cy="143703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F6FB022-8681-38B7-D3D7-FC0919F16D4E}"/>
                </a:ext>
              </a:extLst>
            </p:cNvPr>
            <p:cNvSpPr txBox="1"/>
            <p:nvPr/>
          </p:nvSpPr>
          <p:spPr>
            <a:xfrm>
              <a:off x="7372231" y="4361735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230</a:t>
              </a:r>
              <a:endParaRPr lang="ko-KR" altLang="en-US" dirty="0">
                <a:latin typeface="+mn-ea"/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F8F4AD5D-694E-8594-3D87-B2B2EDBCBD58}"/>
                </a:ext>
              </a:extLst>
            </p:cNvPr>
            <p:cNvCxnSpPr>
              <a:cxnSpLocks/>
            </p:cNvCxnSpPr>
            <p:nvPr/>
          </p:nvCxnSpPr>
          <p:spPr>
            <a:xfrm>
              <a:off x="5630443" y="3899868"/>
              <a:ext cx="0" cy="4014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0B522B8-E6EB-131E-478F-5C512EBD76EA}"/>
                </a:ext>
              </a:extLst>
            </p:cNvPr>
            <p:cNvSpPr/>
            <p:nvPr/>
          </p:nvSpPr>
          <p:spPr>
            <a:xfrm>
              <a:off x="4058861" y="5504946"/>
              <a:ext cx="3143163" cy="7774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초기 식단 생성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24" name="구부러진 연결선 20">
              <a:extLst>
                <a:ext uri="{FF2B5EF4-FFF2-40B4-BE49-F238E27FC236}">
                  <a16:creationId xmlns:a16="http://schemas.microsoft.com/office/drawing/2014/main" id="{290BB5CE-B0B9-7FDB-C5B7-7B3307774F11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7202024" y="5749989"/>
              <a:ext cx="170207" cy="143703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C970EB-246B-4732-8D99-A5B4BB4B4AD7}"/>
                </a:ext>
              </a:extLst>
            </p:cNvPr>
            <p:cNvSpPr txBox="1"/>
            <p:nvPr/>
          </p:nvSpPr>
          <p:spPr>
            <a:xfrm>
              <a:off x="7372231" y="556532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240</a:t>
              </a:r>
              <a:endParaRPr lang="ko-KR" altLang="en-US" dirty="0">
                <a:latin typeface="+mn-ea"/>
              </a:endParaRP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0DE66DB7-2248-D39E-15BE-FA315C6FC0B6}"/>
                </a:ext>
              </a:extLst>
            </p:cNvPr>
            <p:cNvCxnSpPr>
              <a:cxnSpLocks/>
            </p:cNvCxnSpPr>
            <p:nvPr/>
          </p:nvCxnSpPr>
          <p:spPr>
            <a:xfrm>
              <a:off x="5630443" y="5103456"/>
              <a:ext cx="0" cy="4014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454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D19B167-9845-8F66-A978-FA6801643BFA}"/>
              </a:ext>
            </a:extLst>
          </p:cNvPr>
          <p:cNvGrpSpPr/>
          <p:nvPr/>
        </p:nvGrpSpPr>
        <p:grpSpPr>
          <a:xfrm>
            <a:off x="710092" y="1711006"/>
            <a:ext cx="4613470" cy="3979675"/>
            <a:chOff x="1579887" y="1510284"/>
            <a:chExt cx="4613470" cy="397967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F394A59-786E-2B79-A3DB-409888D8E162}"/>
                </a:ext>
              </a:extLst>
            </p:cNvPr>
            <p:cNvSpPr txBox="1"/>
            <p:nvPr/>
          </p:nvSpPr>
          <p:spPr>
            <a:xfrm>
              <a:off x="1579888" y="2773943"/>
              <a:ext cx="564578" cy="595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300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C63400-2ABB-4479-72A1-5AE8C7C801DE}"/>
                </a:ext>
              </a:extLst>
            </p:cNvPr>
            <p:cNvSpPr txBox="1"/>
            <p:nvPr/>
          </p:nvSpPr>
          <p:spPr>
            <a:xfrm>
              <a:off x="1579887" y="4084049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310</a:t>
              </a:r>
              <a:endParaRPr lang="ko-KR" altLang="en-US" dirty="0">
                <a:latin typeface="+mn-ea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F9D22FF8-AD5B-C83D-BBFD-9399D17F1D0E}"/>
                </a:ext>
              </a:extLst>
            </p:cNvPr>
            <p:cNvGrpSpPr/>
            <p:nvPr/>
          </p:nvGrpSpPr>
          <p:grpSpPr>
            <a:xfrm>
              <a:off x="2144465" y="1510284"/>
              <a:ext cx="4048892" cy="3979675"/>
              <a:chOff x="2144465" y="1510284"/>
              <a:chExt cx="4048892" cy="3979675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F69B089A-8B35-A908-A1C0-FFF604AEF9C1}"/>
                  </a:ext>
                </a:extLst>
              </p:cNvPr>
              <p:cNvSpPr/>
              <p:nvPr/>
            </p:nvSpPr>
            <p:spPr>
              <a:xfrm>
                <a:off x="2521972" y="2813771"/>
                <a:ext cx="3665895" cy="9954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dirty="0">
                    <a:solidFill>
                      <a:sysClr val="windowText" lastClr="000000"/>
                    </a:solidFill>
                    <a:latin typeface="+mn-ea"/>
                  </a:rPr>
                  <a:t>식단 평가 모델 생성 모듈</a:t>
                </a:r>
                <a:endParaRPr lang="en-US" altLang="ko-KR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cxnSp>
            <p:nvCxnSpPr>
              <p:cNvPr id="27" name="구부러진 연결선 20">
                <a:extLst>
                  <a:ext uri="{FF2B5EF4-FFF2-40B4-BE49-F238E27FC236}">
                    <a16:creationId xmlns:a16="http://schemas.microsoft.com/office/drawing/2014/main" id="{B713724C-F04E-0604-08C5-42E6AC185EE9}"/>
                  </a:ext>
                </a:extLst>
              </p:cNvPr>
              <p:cNvCxnSpPr>
                <a:cxnSpLocks/>
                <a:stCxn id="26" idx="1"/>
                <a:endCxn id="23" idx="3"/>
              </p:cNvCxnSpPr>
              <p:nvPr/>
            </p:nvCxnSpPr>
            <p:spPr>
              <a:xfrm rot="10800000">
                <a:off x="2144465" y="3071943"/>
                <a:ext cx="377505" cy="239569"/>
              </a:xfrm>
              <a:prstGeom prst="curved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자기 디스크 27">
                <a:extLst>
                  <a:ext uri="{FF2B5EF4-FFF2-40B4-BE49-F238E27FC236}">
                    <a16:creationId xmlns:a16="http://schemas.microsoft.com/office/drawing/2014/main" id="{675025F1-182D-5CD6-BC33-24C20B200A36}"/>
                  </a:ext>
                </a:extLst>
              </p:cNvPr>
              <p:cNvSpPr/>
              <p:nvPr/>
            </p:nvSpPr>
            <p:spPr>
              <a:xfrm>
                <a:off x="2519293" y="1510284"/>
                <a:ext cx="1761643" cy="987595"/>
              </a:xfrm>
              <a:prstGeom prst="flowChartMagneticDisk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44000" rIns="0" bIns="0" rtlCol="0" anchor="ctr"/>
              <a:lstStyle/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한국인 영양소 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섭취기준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29" name="자기 디스크 28">
                <a:extLst>
                  <a:ext uri="{FF2B5EF4-FFF2-40B4-BE49-F238E27FC236}">
                    <a16:creationId xmlns:a16="http://schemas.microsoft.com/office/drawing/2014/main" id="{A38A84AF-A25D-0064-605F-8E156A7333F6}"/>
                  </a:ext>
                </a:extLst>
              </p:cNvPr>
              <p:cNvSpPr/>
              <p:nvPr/>
            </p:nvSpPr>
            <p:spPr>
              <a:xfrm>
                <a:off x="4431714" y="1510284"/>
                <a:ext cx="1761643" cy="987595"/>
              </a:xfrm>
              <a:prstGeom prst="flowChartMagneticDisk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44000" rIns="0" bIns="0" rtlCol="0" anchor="ctr"/>
              <a:lstStyle/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국민건강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영양조사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ADA3C662-824D-506E-3120-C9AD62C93120}"/>
                  </a:ext>
                </a:extLst>
              </p:cNvPr>
              <p:cNvCxnSpPr>
                <a:cxnSpLocks/>
                <a:stCxn id="28" idx="3"/>
              </p:cNvCxnSpPr>
              <p:nvPr/>
            </p:nvCxnSpPr>
            <p:spPr>
              <a:xfrm>
                <a:off x="3400115" y="2497879"/>
                <a:ext cx="0" cy="31573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385DC095-1060-A43F-87D9-F37FE5A9D282}"/>
                  </a:ext>
                </a:extLst>
              </p:cNvPr>
              <p:cNvCxnSpPr>
                <a:cxnSpLocks/>
                <a:stCxn id="29" idx="3"/>
              </p:cNvCxnSpPr>
              <p:nvPr/>
            </p:nvCxnSpPr>
            <p:spPr>
              <a:xfrm>
                <a:off x="5312535" y="2497879"/>
                <a:ext cx="0" cy="31573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7508DA5D-96AB-28AC-2CBB-31CD25E229F0}"/>
                  </a:ext>
                </a:extLst>
              </p:cNvPr>
              <p:cNvSpPr/>
              <p:nvPr/>
            </p:nvSpPr>
            <p:spPr>
              <a:xfrm>
                <a:off x="2521972" y="4222865"/>
                <a:ext cx="1130442" cy="8079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건강 평가 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모델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1F5C89FD-6014-7D67-D674-F7D3A2832DE6}"/>
                  </a:ext>
                </a:extLst>
              </p:cNvPr>
              <p:cNvSpPr/>
              <p:nvPr/>
            </p:nvSpPr>
            <p:spPr>
              <a:xfrm>
                <a:off x="3789699" y="4222865"/>
                <a:ext cx="1130442" cy="8079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조합 평가 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모델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D0672232-5161-B00C-1DD2-C0C21DEF9F90}"/>
                  </a:ext>
                </a:extLst>
              </p:cNvPr>
              <p:cNvSpPr/>
              <p:nvPr/>
            </p:nvSpPr>
            <p:spPr>
              <a:xfrm>
                <a:off x="5057425" y="4222865"/>
                <a:ext cx="1130442" cy="8079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선호 평가 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pPr algn="ctr"/>
                <a:r>
                  <a:rPr lang="ko-KR" altLang="en-US" sz="1600" b="1" dirty="0">
                    <a:solidFill>
                      <a:sysClr val="windowText" lastClr="000000"/>
                    </a:solidFill>
                    <a:latin typeface="+mn-ea"/>
                  </a:rPr>
                  <a:t>모델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E6DB67FD-199A-0A74-C042-9C6415379B6F}"/>
                  </a:ext>
                </a:extLst>
              </p:cNvPr>
              <p:cNvCxnSpPr>
                <a:cxnSpLocks/>
                <a:stCxn id="26" idx="2"/>
                <a:endCxn id="33" idx="0"/>
              </p:cNvCxnSpPr>
              <p:nvPr/>
            </p:nvCxnSpPr>
            <p:spPr>
              <a:xfrm>
                <a:off x="4354919" y="3809251"/>
                <a:ext cx="1" cy="41361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61">
                <a:extLst>
                  <a:ext uri="{FF2B5EF4-FFF2-40B4-BE49-F238E27FC236}">
                    <a16:creationId xmlns:a16="http://schemas.microsoft.com/office/drawing/2014/main" id="{81057FE1-34BE-DD08-1194-03E262440347}"/>
                  </a:ext>
                </a:extLst>
              </p:cNvPr>
              <p:cNvCxnSpPr>
                <a:cxnSpLocks/>
                <a:stCxn id="26" idx="2"/>
                <a:endCxn id="34" idx="0"/>
              </p:cNvCxnSpPr>
              <p:nvPr/>
            </p:nvCxnSpPr>
            <p:spPr>
              <a:xfrm rot="16200000" flipH="1">
                <a:off x="4781975" y="3382194"/>
                <a:ext cx="413614" cy="1267727"/>
              </a:xfrm>
              <a:prstGeom prst="bentConnector3">
                <a:avLst>
                  <a:gd name="adj1" fmla="val 50000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61">
                <a:extLst>
                  <a:ext uri="{FF2B5EF4-FFF2-40B4-BE49-F238E27FC236}">
                    <a16:creationId xmlns:a16="http://schemas.microsoft.com/office/drawing/2014/main" id="{3FE200D4-E118-6C7B-7BAF-615E91FACB3D}"/>
                  </a:ext>
                </a:extLst>
              </p:cNvPr>
              <p:cNvCxnSpPr>
                <a:cxnSpLocks/>
                <a:stCxn id="26" idx="2"/>
                <a:endCxn id="32" idx="0"/>
              </p:cNvCxnSpPr>
              <p:nvPr/>
            </p:nvCxnSpPr>
            <p:spPr>
              <a:xfrm rot="5400000">
                <a:off x="3514249" y="3382196"/>
                <a:ext cx="413614" cy="1267726"/>
              </a:xfrm>
              <a:prstGeom prst="bentConnector3">
                <a:avLst>
                  <a:gd name="adj1" fmla="val 50000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구부러진 연결선 20">
                <a:extLst>
                  <a:ext uri="{FF2B5EF4-FFF2-40B4-BE49-F238E27FC236}">
                    <a16:creationId xmlns:a16="http://schemas.microsoft.com/office/drawing/2014/main" id="{26B3425E-2BDE-BD0D-8BB9-E368EBC58AAF}"/>
                  </a:ext>
                </a:extLst>
              </p:cNvPr>
              <p:cNvCxnSpPr>
                <a:cxnSpLocks/>
                <a:stCxn id="32" idx="1"/>
                <a:endCxn id="24" idx="3"/>
              </p:cNvCxnSpPr>
              <p:nvPr/>
            </p:nvCxnSpPr>
            <p:spPr>
              <a:xfrm rot="10800000">
                <a:off x="2144466" y="4268716"/>
                <a:ext cx="377507" cy="358115"/>
              </a:xfrm>
              <a:prstGeom prst="curved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C8362D-CAFA-8F12-CD57-1CA0AFB1AB35}"/>
                  </a:ext>
                </a:extLst>
              </p:cNvPr>
              <p:cNvSpPr txBox="1"/>
              <p:nvPr/>
            </p:nvSpPr>
            <p:spPr>
              <a:xfrm>
                <a:off x="3570597" y="5120627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320</a:t>
                </a:r>
                <a:endParaRPr lang="ko-KR" altLang="en-US" dirty="0">
                  <a:latin typeface="+mn-ea"/>
                </a:endParaRPr>
              </a:p>
            </p:txBody>
          </p:sp>
          <p:cxnSp>
            <p:nvCxnSpPr>
              <p:cNvPr id="40" name="구부러진 연결선 20">
                <a:extLst>
                  <a:ext uri="{FF2B5EF4-FFF2-40B4-BE49-F238E27FC236}">
                    <a16:creationId xmlns:a16="http://schemas.microsoft.com/office/drawing/2014/main" id="{064A8D4D-5720-AFF7-290B-FBA7358BBB47}"/>
                  </a:ext>
                </a:extLst>
              </p:cNvPr>
              <p:cNvCxnSpPr>
                <a:cxnSpLocks/>
                <a:stCxn id="33" idx="2"/>
                <a:endCxn id="39" idx="3"/>
              </p:cNvCxnSpPr>
              <p:nvPr/>
            </p:nvCxnSpPr>
            <p:spPr>
              <a:xfrm rot="5400000">
                <a:off x="4107799" y="5058172"/>
                <a:ext cx="274498" cy="219745"/>
              </a:xfrm>
              <a:prstGeom prst="curvedConnector2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1B442E4-C92D-5B39-8AAE-0D6183134153}"/>
                  </a:ext>
                </a:extLst>
              </p:cNvPr>
              <p:cNvSpPr txBox="1"/>
              <p:nvPr/>
            </p:nvSpPr>
            <p:spPr>
              <a:xfrm>
                <a:off x="4838322" y="5120627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330</a:t>
                </a:r>
                <a:endParaRPr lang="ko-KR" altLang="en-US" dirty="0">
                  <a:latin typeface="+mn-ea"/>
                </a:endParaRPr>
              </a:p>
            </p:txBody>
          </p:sp>
          <p:cxnSp>
            <p:nvCxnSpPr>
              <p:cNvPr id="42" name="구부러진 연결선 20">
                <a:extLst>
                  <a:ext uri="{FF2B5EF4-FFF2-40B4-BE49-F238E27FC236}">
                    <a16:creationId xmlns:a16="http://schemas.microsoft.com/office/drawing/2014/main" id="{42366299-EC27-4ED4-4672-6E4A35FC35C2}"/>
                  </a:ext>
                </a:extLst>
              </p:cNvPr>
              <p:cNvCxnSpPr>
                <a:cxnSpLocks/>
                <a:stCxn id="34" idx="2"/>
                <a:endCxn id="41" idx="3"/>
              </p:cNvCxnSpPr>
              <p:nvPr/>
            </p:nvCxnSpPr>
            <p:spPr>
              <a:xfrm rot="5400000">
                <a:off x="5375524" y="5058171"/>
                <a:ext cx="274498" cy="219746"/>
              </a:xfrm>
              <a:prstGeom prst="curvedConnector2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09059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endParaRPr lang="en-US" altLang="ko-KR" sz="200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85312CF-8493-46E0-B4D5-CF127C423D20}"/>
              </a:ext>
            </a:extLst>
          </p:cNvPr>
          <p:cNvGrpSpPr/>
          <p:nvPr/>
        </p:nvGrpSpPr>
        <p:grpSpPr>
          <a:xfrm>
            <a:off x="573109" y="1077964"/>
            <a:ext cx="5346096" cy="5522856"/>
            <a:chOff x="276226" y="1077964"/>
            <a:chExt cx="5346096" cy="5522856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FD796C1-52A8-4FA6-8862-95020314EE05}"/>
                </a:ext>
              </a:extLst>
            </p:cNvPr>
            <p:cNvSpPr/>
            <p:nvPr/>
          </p:nvSpPr>
          <p:spPr>
            <a:xfrm>
              <a:off x="276226" y="1117617"/>
              <a:ext cx="4381024" cy="548320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76317D5-D17B-40FE-BE8D-F6F3882E3E68}"/>
                </a:ext>
              </a:extLst>
            </p:cNvPr>
            <p:cNvGrpSpPr/>
            <p:nvPr/>
          </p:nvGrpSpPr>
          <p:grpSpPr>
            <a:xfrm>
              <a:off x="425298" y="1930872"/>
              <a:ext cx="3877948" cy="4374223"/>
              <a:chOff x="1447875" y="1310173"/>
              <a:chExt cx="3877948" cy="4826467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E3FA1F19-DBC5-4A47-96CA-B38DB3C06548}"/>
                  </a:ext>
                </a:extLst>
              </p:cNvPr>
              <p:cNvSpPr/>
              <p:nvPr/>
            </p:nvSpPr>
            <p:spPr>
              <a:xfrm>
                <a:off x="1447875" y="1310173"/>
                <a:ext cx="3143163" cy="10388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>
                    <a:solidFill>
                      <a:sysClr val="windowText" lastClr="000000"/>
                    </a:solidFill>
                    <a:latin typeface="+mn-ea"/>
                  </a:rPr>
                  <a:t>사용자 맞춤 </a:t>
                </a:r>
                <a:endParaRPr lang="en-US" altLang="ko-KR" b="1">
                  <a:solidFill>
                    <a:sysClr val="windowText" lastClr="000000"/>
                  </a:solidFill>
                  <a:latin typeface="+mn-ea"/>
                </a:endParaRPr>
              </a:p>
              <a:p>
                <a:pPr algn="ctr"/>
                <a:r>
                  <a:rPr lang="ko-KR" altLang="en-US" b="1">
                    <a:solidFill>
                      <a:sysClr val="windowText" lastClr="000000"/>
                    </a:solidFill>
                    <a:latin typeface="+mn-ea"/>
                  </a:rPr>
                  <a:t>에너지 요구량 산출</a:t>
                </a:r>
                <a:endParaRPr lang="en-US" altLang="ko-KR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65A83162-649A-495B-83D9-3784A3B63ED1}"/>
                  </a:ext>
                </a:extLst>
              </p:cNvPr>
              <p:cNvSpPr/>
              <p:nvPr/>
            </p:nvSpPr>
            <p:spPr>
              <a:xfrm>
                <a:off x="1447875" y="2572723"/>
                <a:ext cx="3143163" cy="10388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>
                    <a:solidFill>
                      <a:sysClr val="windowText" lastClr="000000"/>
                    </a:solidFill>
                    <a:latin typeface="+mn-ea"/>
                  </a:rPr>
                  <a:t>사용자 맞춤 영양소별</a:t>
                </a:r>
                <a:endParaRPr lang="en-US" altLang="ko-KR" b="1">
                  <a:solidFill>
                    <a:sysClr val="windowText" lastClr="000000"/>
                  </a:solidFill>
                  <a:latin typeface="+mn-ea"/>
                </a:endParaRPr>
              </a:p>
              <a:p>
                <a:pPr algn="ctr"/>
                <a:r>
                  <a:rPr lang="ko-KR" altLang="en-US" b="1">
                    <a:solidFill>
                      <a:sysClr val="windowText" lastClr="000000"/>
                    </a:solidFill>
                    <a:latin typeface="+mn-ea"/>
                  </a:rPr>
                  <a:t>권장 섭취 구간 설정</a:t>
                </a:r>
                <a:endParaRPr lang="en-US" altLang="ko-KR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D36DC3FC-4C18-4344-B415-DCAF0DE1EB30}"/>
                  </a:ext>
                </a:extLst>
              </p:cNvPr>
              <p:cNvSpPr/>
              <p:nvPr/>
            </p:nvSpPr>
            <p:spPr>
              <a:xfrm>
                <a:off x="1447875" y="3835273"/>
                <a:ext cx="3143163" cy="10388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>
                    <a:solidFill>
                      <a:sysClr val="windowText" lastClr="000000"/>
                    </a:solidFill>
                    <a:latin typeface="+mn-ea"/>
                  </a:rPr>
                  <a:t>영양소 별 점수 산출</a:t>
                </a:r>
                <a:endParaRPr lang="en-US" altLang="ko-KR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FD93A6F-A1BA-48BF-85D5-43229AB5F90B}"/>
                  </a:ext>
                </a:extLst>
              </p:cNvPr>
              <p:cNvSpPr/>
              <p:nvPr/>
            </p:nvSpPr>
            <p:spPr>
              <a:xfrm>
                <a:off x="1447875" y="5097824"/>
                <a:ext cx="3143163" cy="10388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dist="25400" dir="252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>
                    <a:solidFill>
                      <a:sysClr val="windowText" lastClr="000000"/>
                    </a:solidFill>
                    <a:latin typeface="+mn-ea"/>
                  </a:rPr>
                  <a:t>정규화 된 </a:t>
                </a:r>
                <a:endParaRPr lang="en-US" altLang="ko-KR" b="1">
                  <a:solidFill>
                    <a:sysClr val="windowText" lastClr="000000"/>
                  </a:solidFill>
                  <a:latin typeface="+mn-ea"/>
                </a:endParaRPr>
              </a:p>
              <a:p>
                <a:pPr algn="ctr"/>
                <a:r>
                  <a:rPr lang="ko-KR" altLang="en-US" b="1">
                    <a:solidFill>
                      <a:sysClr val="windowText" lastClr="000000"/>
                    </a:solidFill>
                    <a:latin typeface="+mn-ea"/>
                  </a:rPr>
                  <a:t>최종 건강 점수 산출</a:t>
                </a:r>
                <a:endParaRPr lang="en-US" altLang="ko-KR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99D1700D-8A31-421F-A742-AB21165BAD47}"/>
                  </a:ext>
                </a:extLst>
              </p:cNvPr>
              <p:cNvCxnSpPr>
                <a:cxnSpLocks/>
                <a:stCxn id="35" idx="2"/>
                <a:endCxn id="36" idx="0"/>
              </p:cNvCxnSpPr>
              <p:nvPr/>
            </p:nvCxnSpPr>
            <p:spPr>
              <a:xfrm>
                <a:off x="3019457" y="2348989"/>
                <a:ext cx="0" cy="22373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8D27C9A4-D9F7-40B6-A495-CBE0276BABD2}"/>
                  </a:ext>
                </a:extLst>
              </p:cNvPr>
              <p:cNvCxnSpPr>
                <a:cxnSpLocks/>
                <a:stCxn id="36" idx="2"/>
                <a:endCxn id="37" idx="0"/>
              </p:cNvCxnSpPr>
              <p:nvPr/>
            </p:nvCxnSpPr>
            <p:spPr>
              <a:xfrm>
                <a:off x="3019457" y="3611539"/>
                <a:ext cx="0" cy="22373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49646635-8A78-4DB6-BC0C-D4A9D4893F64}"/>
                  </a:ext>
                </a:extLst>
              </p:cNvPr>
              <p:cNvCxnSpPr>
                <a:cxnSpLocks/>
                <a:stCxn id="37" idx="2"/>
                <a:endCxn id="38" idx="0"/>
              </p:cNvCxnSpPr>
              <p:nvPr/>
            </p:nvCxnSpPr>
            <p:spPr>
              <a:xfrm>
                <a:off x="3019457" y="4874089"/>
                <a:ext cx="0" cy="22373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구부러진 연결선 20">
                <a:extLst>
                  <a:ext uri="{FF2B5EF4-FFF2-40B4-BE49-F238E27FC236}">
                    <a16:creationId xmlns:a16="http://schemas.microsoft.com/office/drawing/2014/main" id="{9F2833B8-ECE6-4CEB-934C-BD75D1F30842}"/>
                  </a:ext>
                </a:extLst>
              </p:cNvPr>
              <p:cNvCxnSpPr>
                <a:cxnSpLocks/>
                <a:stCxn id="35" idx="3"/>
                <a:endCxn id="43" idx="1"/>
              </p:cNvCxnSpPr>
              <p:nvPr/>
            </p:nvCxnSpPr>
            <p:spPr>
              <a:xfrm flipV="1">
                <a:off x="4591038" y="1594602"/>
                <a:ext cx="170207" cy="234979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D9003EE-BDED-4954-A36C-031A9F84BC3B}"/>
                  </a:ext>
                </a:extLst>
              </p:cNvPr>
              <p:cNvSpPr txBox="1"/>
              <p:nvPr/>
            </p:nvSpPr>
            <p:spPr>
              <a:xfrm>
                <a:off x="4761245" y="1390844"/>
                <a:ext cx="564578" cy="407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311</a:t>
                </a:r>
                <a:endParaRPr lang="ko-KR" altLang="en-US" dirty="0">
                  <a:latin typeface="+mn-ea"/>
                </a:endParaRPr>
              </a:p>
            </p:txBody>
          </p:sp>
          <p:cxnSp>
            <p:nvCxnSpPr>
              <p:cNvPr id="44" name="구부러진 연결선 20">
                <a:extLst>
                  <a:ext uri="{FF2B5EF4-FFF2-40B4-BE49-F238E27FC236}">
                    <a16:creationId xmlns:a16="http://schemas.microsoft.com/office/drawing/2014/main" id="{64FF38D8-911E-4B9B-9BB1-76791E09C654}"/>
                  </a:ext>
                </a:extLst>
              </p:cNvPr>
              <p:cNvCxnSpPr>
                <a:cxnSpLocks/>
                <a:stCxn id="36" idx="3"/>
                <a:endCxn id="45" idx="1"/>
              </p:cNvCxnSpPr>
              <p:nvPr/>
            </p:nvCxnSpPr>
            <p:spPr>
              <a:xfrm flipV="1">
                <a:off x="4591038" y="2881129"/>
                <a:ext cx="170207" cy="211002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647B69-3353-4A4C-A1E2-F03482A3D175}"/>
                  </a:ext>
                </a:extLst>
              </p:cNvPr>
              <p:cNvSpPr txBox="1"/>
              <p:nvPr/>
            </p:nvSpPr>
            <p:spPr>
              <a:xfrm>
                <a:off x="4761245" y="2677371"/>
                <a:ext cx="564578" cy="407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312</a:t>
                </a:r>
                <a:endParaRPr lang="ko-KR" altLang="en-US" dirty="0">
                  <a:latin typeface="+mn-ea"/>
                </a:endParaRPr>
              </a:p>
            </p:txBody>
          </p:sp>
          <p:cxnSp>
            <p:nvCxnSpPr>
              <p:cNvPr id="47" name="구부러진 연결선 20">
                <a:extLst>
                  <a:ext uri="{FF2B5EF4-FFF2-40B4-BE49-F238E27FC236}">
                    <a16:creationId xmlns:a16="http://schemas.microsoft.com/office/drawing/2014/main" id="{4D8B1C77-029D-4EDB-B6B4-3586601B38A7}"/>
                  </a:ext>
                </a:extLst>
              </p:cNvPr>
              <p:cNvCxnSpPr>
                <a:cxnSpLocks/>
                <a:stCxn id="37" idx="3"/>
                <a:endCxn id="48" idx="1"/>
              </p:cNvCxnSpPr>
              <p:nvPr/>
            </p:nvCxnSpPr>
            <p:spPr>
              <a:xfrm flipV="1">
                <a:off x="4591038" y="4161147"/>
                <a:ext cx="170207" cy="193534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5A31D29-78A8-472C-8112-B6FA117EC10B}"/>
                  </a:ext>
                </a:extLst>
              </p:cNvPr>
              <p:cNvSpPr txBox="1"/>
              <p:nvPr/>
            </p:nvSpPr>
            <p:spPr>
              <a:xfrm>
                <a:off x="4761245" y="3957388"/>
                <a:ext cx="564578" cy="407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313</a:t>
                </a:r>
                <a:endParaRPr lang="ko-KR" altLang="en-US" dirty="0">
                  <a:latin typeface="+mn-ea"/>
                </a:endParaRPr>
              </a:p>
            </p:txBody>
          </p:sp>
          <p:cxnSp>
            <p:nvCxnSpPr>
              <p:cNvPr id="49" name="구부러진 연결선 20">
                <a:extLst>
                  <a:ext uri="{FF2B5EF4-FFF2-40B4-BE49-F238E27FC236}">
                    <a16:creationId xmlns:a16="http://schemas.microsoft.com/office/drawing/2014/main" id="{483BF68E-FCA9-453B-8B17-3E3E8289FB9E}"/>
                  </a:ext>
                </a:extLst>
              </p:cNvPr>
              <p:cNvCxnSpPr>
                <a:cxnSpLocks/>
                <a:stCxn id="38" idx="3"/>
                <a:endCxn id="51" idx="1"/>
              </p:cNvCxnSpPr>
              <p:nvPr/>
            </p:nvCxnSpPr>
            <p:spPr>
              <a:xfrm flipV="1">
                <a:off x="4591038" y="5431490"/>
                <a:ext cx="170207" cy="185742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2DA7AD4-E6BE-446E-8D74-E6B6305F8E1B}"/>
                  </a:ext>
                </a:extLst>
              </p:cNvPr>
              <p:cNvSpPr txBox="1"/>
              <p:nvPr/>
            </p:nvSpPr>
            <p:spPr>
              <a:xfrm>
                <a:off x="4761245" y="5227732"/>
                <a:ext cx="564578" cy="407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314</a:t>
                </a:r>
                <a:endParaRPr lang="ko-KR" altLang="en-US" dirty="0">
                  <a:latin typeface="+mn-ea"/>
                </a:endParaRPr>
              </a:p>
            </p:txBody>
          </p:sp>
        </p:grpSp>
        <p:cxnSp>
          <p:nvCxnSpPr>
            <p:cNvPr id="50" name="구부러진 연결선 20">
              <a:extLst>
                <a:ext uri="{FF2B5EF4-FFF2-40B4-BE49-F238E27FC236}">
                  <a16:creationId xmlns:a16="http://schemas.microsoft.com/office/drawing/2014/main" id="{438F602F-56CD-46EF-B510-4DF74BD0E009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 flipV="1">
              <a:off x="4657250" y="1262630"/>
              <a:ext cx="400494" cy="184666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5EA148F-E1A2-491B-A639-5D04444C391E}"/>
                </a:ext>
              </a:extLst>
            </p:cNvPr>
            <p:cNvSpPr txBox="1"/>
            <p:nvPr/>
          </p:nvSpPr>
          <p:spPr>
            <a:xfrm>
              <a:off x="5057744" y="1077964"/>
              <a:ext cx="56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310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F0155A2-2048-40FB-98C8-FCBBE07F7F73}"/>
                </a:ext>
              </a:extLst>
            </p:cNvPr>
            <p:cNvSpPr/>
            <p:nvPr/>
          </p:nvSpPr>
          <p:spPr>
            <a:xfrm>
              <a:off x="571263" y="1309717"/>
              <a:ext cx="37909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사용자 맞춤 건강 점수 계산 모듈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6918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endParaRPr lang="en-US" altLang="ko-KR" sz="200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51F443C-D694-44EF-885B-0D25C20DB182}"/>
              </a:ext>
            </a:extLst>
          </p:cNvPr>
          <p:cNvGrpSpPr/>
          <p:nvPr/>
        </p:nvGrpSpPr>
        <p:grpSpPr>
          <a:xfrm>
            <a:off x="562750" y="1077964"/>
            <a:ext cx="5346096" cy="5522856"/>
            <a:chOff x="6564855" y="1077964"/>
            <a:chExt cx="5346096" cy="5522856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01F6A1D-9EF8-4E60-9B1C-ECD76BB2E045}"/>
                </a:ext>
              </a:extLst>
            </p:cNvPr>
            <p:cNvSpPr/>
            <p:nvPr/>
          </p:nvSpPr>
          <p:spPr>
            <a:xfrm>
              <a:off x="6564855" y="1117617"/>
              <a:ext cx="4381024" cy="548320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D171FCE-99E7-48A1-8D53-61645654A050}"/>
                </a:ext>
              </a:extLst>
            </p:cNvPr>
            <p:cNvSpPr/>
            <p:nvPr/>
          </p:nvSpPr>
          <p:spPr>
            <a:xfrm>
              <a:off x="6713927" y="2894809"/>
              <a:ext cx="3143163" cy="26483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052000" rtlCol="0" anchor="ctr"/>
            <a:lstStyle/>
            <a:p>
              <a:pPr algn="ctr"/>
              <a:r>
                <a:rPr lang="en-US" altLang="ko-KR" b="1">
                  <a:solidFill>
                    <a:sysClr val="windowText" lastClr="000000"/>
                  </a:solidFill>
                  <a:latin typeface="+mn-ea"/>
                </a:rPr>
                <a:t>GNN</a:t>
              </a:r>
              <a:r>
                <a:rPr lang="ko-KR" altLang="en-US" b="1">
                  <a:solidFill>
                    <a:sysClr val="windowText" lastClr="000000"/>
                  </a:solidFill>
                  <a:latin typeface="+mn-ea"/>
                </a:rPr>
                <a:t> 모델 구축 및 학습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54" name="구부러진 연결선 20">
              <a:extLst>
                <a:ext uri="{FF2B5EF4-FFF2-40B4-BE49-F238E27FC236}">
                  <a16:creationId xmlns:a16="http://schemas.microsoft.com/office/drawing/2014/main" id="{890363CB-938F-4CE2-9326-2E62EE55C0E6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 flipV="1">
              <a:off x="9897275" y="3117849"/>
              <a:ext cx="130022" cy="95996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ABE565D-CEEF-4225-A97C-7A3049C35E92}"/>
                </a:ext>
              </a:extLst>
            </p:cNvPr>
            <p:cNvSpPr txBox="1"/>
            <p:nvPr/>
          </p:nvSpPr>
          <p:spPr>
            <a:xfrm>
              <a:off x="10027297" y="293318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322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79D9C39-65BA-4F4A-A93C-EB2CBA0A4851}"/>
                </a:ext>
              </a:extLst>
            </p:cNvPr>
            <p:cNvSpPr/>
            <p:nvPr/>
          </p:nvSpPr>
          <p:spPr>
            <a:xfrm>
              <a:off x="6713927" y="1930873"/>
              <a:ext cx="3143163" cy="7774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이종 그래프 구축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8FCC2FA5-ED9C-4377-BC30-FD3B608E0CF2}"/>
                </a:ext>
              </a:extLst>
            </p:cNvPr>
            <p:cNvCxnSpPr>
              <a:cxnSpLocks/>
              <a:stCxn id="72" idx="2"/>
              <a:endCxn id="52" idx="0"/>
            </p:cNvCxnSpPr>
            <p:nvPr/>
          </p:nvCxnSpPr>
          <p:spPr>
            <a:xfrm>
              <a:off x="8285509" y="2708365"/>
              <a:ext cx="0" cy="18644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구부러진 연결선 20">
              <a:extLst>
                <a:ext uri="{FF2B5EF4-FFF2-40B4-BE49-F238E27FC236}">
                  <a16:creationId xmlns:a16="http://schemas.microsoft.com/office/drawing/2014/main" id="{5FAB1067-E7FE-470F-B521-C8AF176922ED}"/>
                </a:ext>
              </a:extLst>
            </p:cNvPr>
            <p:cNvCxnSpPr>
              <a:cxnSpLocks/>
              <a:stCxn id="72" idx="3"/>
              <a:endCxn id="85" idx="1"/>
            </p:cNvCxnSpPr>
            <p:nvPr/>
          </p:nvCxnSpPr>
          <p:spPr>
            <a:xfrm flipV="1">
              <a:off x="9857090" y="2175916"/>
              <a:ext cx="170207" cy="143703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AFCF26C-37B1-4DA5-9FB6-0F67EF48EED6}"/>
                </a:ext>
              </a:extLst>
            </p:cNvPr>
            <p:cNvSpPr txBox="1"/>
            <p:nvPr/>
          </p:nvSpPr>
          <p:spPr>
            <a:xfrm>
              <a:off x="10027297" y="1991250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321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E2F968C-039F-42B2-BD05-28DC7B4F118A}"/>
                </a:ext>
              </a:extLst>
            </p:cNvPr>
            <p:cNvSpPr/>
            <p:nvPr/>
          </p:nvSpPr>
          <p:spPr>
            <a:xfrm>
              <a:off x="6713927" y="5712210"/>
              <a:ext cx="3143163" cy="77749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식단의 전체 조합 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및 선호도 점수 계산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437E2CD7-7F73-4111-9BA7-1454FD83B85A}"/>
                </a:ext>
              </a:extLst>
            </p:cNvPr>
            <p:cNvCxnSpPr>
              <a:cxnSpLocks/>
              <a:endCxn id="92" idx="0"/>
            </p:cNvCxnSpPr>
            <p:nvPr/>
          </p:nvCxnSpPr>
          <p:spPr>
            <a:xfrm>
              <a:off x="8285509" y="5543196"/>
              <a:ext cx="0" cy="1690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구부러진 연결선 20">
              <a:extLst>
                <a:ext uri="{FF2B5EF4-FFF2-40B4-BE49-F238E27FC236}">
                  <a16:creationId xmlns:a16="http://schemas.microsoft.com/office/drawing/2014/main" id="{A2FB68D9-495C-48CC-B221-2C069EA3DE1E}"/>
                </a:ext>
              </a:extLst>
            </p:cNvPr>
            <p:cNvCxnSpPr>
              <a:cxnSpLocks/>
              <a:stCxn id="92" idx="3"/>
              <a:endCxn id="95" idx="1"/>
            </p:cNvCxnSpPr>
            <p:nvPr/>
          </p:nvCxnSpPr>
          <p:spPr>
            <a:xfrm flipV="1">
              <a:off x="9857090" y="5994104"/>
              <a:ext cx="170207" cy="106852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F08B65F-5594-4A3A-8C6D-E3B7B3800DAE}"/>
                </a:ext>
              </a:extLst>
            </p:cNvPr>
            <p:cNvSpPr txBox="1"/>
            <p:nvPr/>
          </p:nvSpPr>
          <p:spPr>
            <a:xfrm>
              <a:off x="10027297" y="5809438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323</a:t>
              </a:r>
              <a:endParaRPr lang="ko-KR" altLang="en-US" dirty="0">
                <a:latin typeface="+mn-ea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8CB581D6-A998-48C6-996D-D6A2C8A716CD}"/>
                </a:ext>
              </a:extLst>
            </p:cNvPr>
            <p:cNvGrpSpPr/>
            <p:nvPr/>
          </p:nvGrpSpPr>
          <p:grpSpPr>
            <a:xfrm>
              <a:off x="6787959" y="3493337"/>
              <a:ext cx="4025131" cy="1888500"/>
              <a:chOff x="6787959" y="3374271"/>
              <a:chExt cx="4025131" cy="2035852"/>
            </a:xfrm>
          </p:grpSpPr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AE69F0E1-1280-4A67-A084-07D25EEC66DC}"/>
                  </a:ext>
                </a:extLst>
              </p:cNvPr>
              <p:cNvSpPr/>
              <p:nvPr/>
            </p:nvSpPr>
            <p:spPr>
              <a:xfrm>
                <a:off x="6787959" y="3420748"/>
                <a:ext cx="2997185" cy="5278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ysClr val="windowText" lastClr="000000"/>
                    </a:solidFill>
                    <a:latin typeface="+mn-ea"/>
                  </a:rPr>
                  <a:t>각 노드의 임베딩 벡터 생성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EC35F7C3-6DA9-40E4-A87D-6F089F7E0F39}"/>
                  </a:ext>
                </a:extLst>
              </p:cNvPr>
              <p:cNvSpPr/>
              <p:nvPr/>
            </p:nvSpPr>
            <p:spPr>
              <a:xfrm>
                <a:off x="6787959" y="4149942"/>
                <a:ext cx="2997185" cy="5278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ysClr val="windowText" lastClr="000000"/>
                    </a:solidFill>
                    <a:latin typeface="+mn-ea"/>
                  </a:rPr>
                  <a:t>조합 및 선호도 디코더 구축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cxnSp>
            <p:nvCxnSpPr>
              <p:cNvPr id="80" name="직선 화살표 연결선 79">
                <a:extLst>
                  <a:ext uri="{FF2B5EF4-FFF2-40B4-BE49-F238E27FC236}">
                    <a16:creationId xmlns:a16="http://schemas.microsoft.com/office/drawing/2014/main" id="{6BEC6805-7BD2-4424-83F0-989CD332B3BE}"/>
                  </a:ext>
                </a:extLst>
              </p:cNvPr>
              <p:cNvCxnSpPr>
                <a:cxnSpLocks/>
                <a:stCxn id="75" idx="2"/>
                <a:endCxn id="76" idx="0"/>
              </p:cNvCxnSpPr>
              <p:nvPr/>
            </p:nvCxnSpPr>
            <p:spPr>
              <a:xfrm>
                <a:off x="8286552" y="3948640"/>
                <a:ext cx="0" cy="20130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구부러진 연결선 20">
                <a:extLst>
                  <a:ext uri="{FF2B5EF4-FFF2-40B4-BE49-F238E27FC236}">
                    <a16:creationId xmlns:a16="http://schemas.microsoft.com/office/drawing/2014/main" id="{E9CE6935-4C03-4C42-850F-D79B0CCB6014}"/>
                  </a:ext>
                </a:extLst>
              </p:cNvPr>
              <p:cNvCxnSpPr>
                <a:cxnSpLocks/>
                <a:stCxn id="75" idx="3"/>
                <a:endCxn id="87" idx="1"/>
              </p:cNvCxnSpPr>
              <p:nvPr/>
            </p:nvCxnSpPr>
            <p:spPr>
              <a:xfrm flipV="1">
                <a:off x="9785144" y="3573346"/>
                <a:ext cx="242153" cy="111348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D049CD5-360E-45D5-BF71-D38FD69E363D}"/>
                  </a:ext>
                </a:extLst>
              </p:cNvPr>
              <p:cNvSpPr txBox="1"/>
              <p:nvPr/>
            </p:nvSpPr>
            <p:spPr>
              <a:xfrm>
                <a:off x="10027297" y="3374271"/>
                <a:ext cx="785793" cy="3981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322-1</a:t>
                </a:r>
                <a:endParaRPr lang="ko-KR" altLang="en-US" dirty="0">
                  <a:latin typeface="+mn-ea"/>
                </a:endParaRPr>
              </a:p>
            </p:txBody>
          </p:sp>
          <p:cxnSp>
            <p:nvCxnSpPr>
              <p:cNvPr id="88" name="구부러진 연결선 20">
                <a:extLst>
                  <a:ext uri="{FF2B5EF4-FFF2-40B4-BE49-F238E27FC236}">
                    <a16:creationId xmlns:a16="http://schemas.microsoft.com/office/drawing/2014/main" id="{1705F71E-3AB6-4123-ADBB-3008BDC4F3B7}"/>
                  </a:ext>
                </a:extLst>
              </p:cNvPr>
              <p:cNvCxnSpPr>
                <a:cxnSpLocks/>
                <a:stCxn id="76" idx="3"/>
                <a:endCxn id="89" idx="1"/>
              </p:cNvCxnSpPr>
              <p:nvPr/>
            </p:nvCxnSpPr>
            <p:spPr>
              <a:xfrm flipV="1">
                <a:off x="9785144" y="4327055"/>
                <a:ext cx="242153" cy="86833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3C904C0-8374-4410-9371-A78C3238D983}"/>
                  </a:ext>
                </a:extLst>
              </p:cNvPr>
              <p:cNvSpPr txBox="1"/>
              <p:nvPr/>
            </p:nvSpPr>
            <p:spPr>
              <a:xfrm>
                <a:off x="10027297" y="4127980"/>
                <a:ext cx="785793" cy="3981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322-2</a:t>
                </a:r>
                <a:endParaRPr lang="ko-KR" altLang="en-US" dirty="0">
                  <a:latin typeface="+mn-ea"/>
                </a:endParaRPr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DA48C2E4-A9AB-43BF-AC17-BA9EBBD19320}"/>
                  </a:ext>
                </a:extLst>
              </p:cNvPr>
              <p:cNvSpPr/>
              <p:nvPr/>
            </p:nvSpPr>
            <p:spPr>
              <a:xfrm>
                <a:off x="6787959" y="4882231"/>
                <a:ext cx="2997185" cy="5278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ysClr val="windowText" lastClr="000000"/>
                    </a:solidFill>
                    <a:latin typeface="+mn-ea"/>
                  </a:rPr>
                  <a:t>조합 및 선호도 모델 학습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cxnSp>
            <p:nvCxnSpPr>
              <p:cNvPr id="74" name="직선 화살표 연결선 73">
                <a:extLst>
                  <a:ext uri="{FF2B5EF4-FFF2-40B4-BE49-F238E27FC236}">
                    <a16:creationId xmlns:a16="http://schemas.microsoft.com/office/drawing/2014/main" id="{2DFE9450-FBF4-45BC-8FF1-504CB3012063}"/>
                  </a:ext>
                </a:extLst>
              </p:cNvPr>
              <p:cNvCxnSpPr>
                <a:cxnSpLocks/>
                <a:stCxn id="76" idx="2"/>
                <a:endCxn id="73" idx="0"/>
              </p:cNvCxnSpPr>
              <p:nvPr/>
            </p:nvCxnSpPr>
            <p:spPr>
              <a:xfrm>
                <a:off x="8286552" y="4677834"/>
                <a:ext cx="0" cy="20439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구부러진 연결선 20">
                <a:extLst>
                  <a:ext uri="{FF2B5EF4-FFF2-40B4-BE49-F238E27FC236}">
                    <a16:creationId xmlns:a16="http://schemas.microsoft.com/office/drawing/2014/main" id="{50A3A6F7-3CBC-4EE2-82B6-D75CCA410FAF}"/>
                  </a:ext>
                </a:extLst>
              </p:cNvPr>
              <p:cNvCxnSpPr>
                <a:cxnSpLocks/>
                <a:stCxn id="73" idx="3"/>
                <a:endCxn id="96" idx="1"/>
              </p:cNvCxnSpPr>
              <p:nvPr/>
            </p:nvCxnSpPr>
            <p:spPr>
              <a:xfrm flipV="1">
                <a:off x="9785144" y="5061597"/>
                <a:ext cx="242153" cy="84580"/>
              </a:xfrm>
              <a:prstGeom prst="curvedConnector3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F767B0B-1999-45EB-B718-5801F777F777}"/>
                  </a:ext>
                </a:extLst>
              </p:cNvPr>
              <p:cNvSpPr txBox="1"/>
              <p:nvPr/>
            </p:nvSpPr>
            <p:spPr>
              <a:xfrm>
                <a:off x="10027297" y="4862522"/>
                <a:ext cx="785793" cy="3981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+mn-ea"/>
                  </a:rPr>
                  <a:t>322-3</a:t>
                </a:r>
                <a:endParaRPr lang="ko-KR" altLang="en-US" dirty="0">
                  <a:latin typeface="+mn-ea"/>
                </a:endParaRPr>
              </a:p>
            </p:txBody>
          </p:sp>
        </p:grpSp>
        <p:cxnSp>
          <p:nvCxnSpPr>
            <p:cNvPr id="69" name="구부러진 연결선 20">
              <a:extLst>
                <a:ext uri="{FF2B5EF4-FFF2-40B4-BE49-F238E27FC236}">
                  <a16:creationId xmlns:a16="http://schemas.microsoft.com/office/drawing/2014/main" id="{29C41473-5F46-4AAB-B947-077725BE85B7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flipV="1">
              <a:off x="10945879" y="1262630"/>
              <a:ext cx="400494" cy="184666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A238C52-AFBE-4C6C-880E-1D00EC762437}"/>
                </a:ext>
              </a:extLst>
            </p:cNvPr>
            <p:cNvSpPr txBox="1"/>
            <p:nvPr/>
          </p:nvSpPr>
          <p:spPr>
            <a:xfrm>
              <a:off x="11346373" y="1077964"/>
              <a:ext cx="56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320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57B5D40A-07D4-4AF5-93E3-BC8C7EFA49FB}"/>
                </a:ext>
              </a:extLst>
            </p:cNvPr>
            <p:cNvSpPr/>
            <p:nvPr/>
          </p:nvSpPr>
          <p:spPr>
            <a:xfrm>
              <a:off x="6859892" y="1195843"/>
              <a:ext cx="379095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>
                  <a:solidFill>
                    <a:sysClr val="windowText" lastClr="000000"/>
                  </a:solidFill>
                  <a:latin typeface="+mn-ea"/>
                </a:rPr>
                <a:t>조합 및 사용자 맞춤 </a:t>
              </a:r>
              <a:endParaRPr lang="en-US" altLang="ko-KR" b="1">
                <a:solidFill>
                  <a:sysClr val="windowText" lastClr="000000"/>
                </a:solidFill>
                <a:latin typeface="+mn-ea"/>
              </a:endParaRPr>
            </a:p>
            <a:p>
              <a:pPr algn="ctr"/>
              <a:r>
                <a:rPr lang="ko-KR" altLang="en-US" b="1">
                  <a:solidFill>
                    <a:sysClr val="windowText" lastClr="000000"/>
                  </a:solidFill>
                  <a:latin typeface="+mn-ea"/>
                </a:rPr>
                <a:t>선호도 점수 계산 모듈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660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endParaRPr lang="en-US" altLang="ko-KR" sz="200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2044CEB-AACF-42D2-87B9-075102E4C09B}"/>
              </a:ext>
            </a:extLst>
          </p:cNvPr>
          <p:cNvGrpSpPr/>
          <p:nvPr/>
        </p:nvGrpSpPr>
        <p:grpSpPr>
          <a:xfrm>
            <a:off x="3342815" y="904904"/>
            <a:ext cx="4947442" cy="3171397"/>
            <a:chOff x="2922748" y="2087154"/>
            <a:chExt cx="4947442" cy="317139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55C7B70-16A0-484B-9158-89B8AF5D1B3D}"/>
                </a:ext>
              </a:extLst>
            </p:cNvPr>
            <p:cNvSpPr/>
            <p:nvPr/>
          </p:nvSpPr>
          <p:spPr>
            <a:xfrm>
              <a:off x="2922748" y="2995255"/>
              <a:ext cx="900000" cy="900000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>
                  <a:solidFill>
                    <a:sysClr val="windowText" lastClr="000000"/>
                  </a:solidFill>
                </a:rPr>
                <a:t>U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1D326A1-2756-4668-BB1D-417E951193D2}"/>
                </a:ext>
              </a:extLst>
            </p:cNvPr>
            <p:cNvSpPr/>
            <p:nvPr/>
          </p:nvSpPr>
          <p:spPr>
            <a:xfrm>
              <a:off x="4782999" y="2997853"/>
              <a:ext cx="900000" cy="9000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55" name="다이아몬드 54">
              <a:extLst>
                <a:ext uri="{FF2B5EF4-FFF2-40B4-BE49-F238E27FC236}">
                  <a16:creationId xmlns:a16="http://schemas.microsoft.com/office/drawing/2014/main" id="{41AABD55-37CB-4031-8993-0B606D60C3C8}"/>
                </a:ext>
              </a:extLst>
            </p:cNvPr>
            <p:cNvSpPr/>
            <p:nvPr/>
          </p:nvSpPr>
          <p:spPr>
            <a:xfrm>
              <a:off x="4782999" y="4358551"/>
              <a:ext cx="900000" cy="900000"/>
            </a:xfrm>
            <a:prstGeom prst="diamond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>
                  <a:solidFill>
                    <a:sysClr val="windowText" lastClr="000000"/>
                  </a:solidFill>
                </a:rPr>
                <a:t>M</a:t>
              </a: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2F800BDD-377E-4DE3-919F-79E7D120FC66}"/>
                </a:ext>
              </a:extLst>
            </p:cNvPr>
            <p:cNvCxnSpPr>
              <a:cxnSpLocks/>
              <a:stCxn id="52" idx="3"/>
              <a:endCxn id="53" idx="2"/>
            </p:cNvCxnSpPr>
            <p:nvPr/>
          </p:nvCxnSpPr>
          <p:spPr>
            <a:xfrm>
              <a:off x="3822748" y="3445255"/>
              <a:ext cx="960251" cy="259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533FDAA5-51C1-486F-958D-3BA3917DC3B4}"/>
                </a:ext>
              </a:extLst>
            </p:cNvPr>
            <p:cNvSpPr/>
            <p:nvPr/>
          </p:nvSpPr>
          <p:spPr>
            <a:xfrm>
              <a:off x="4065939" y="3087192"/>
              <a:ext cx="53412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b="1">
                  <a:solidFill>
                    <a:sysClr val="windowText" lastClr="000000"/>
                  </a:solidFill>
                </a:rPr>
                <a:t>eats</a:t>
              </a:r>
              <a:endParaRPr lang="ko-KR" altLang="en-US" sz="1400" b="1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AF1A9F2E-C1D5-4B09-B929-1F8EEB98E377}"/>
                </a:ext>
              </a:extLst>
            </p:cNvPr>
            <p:cNvCxnSpPr>
              <a:cxnSpLocks/>
              <a:stCxn id="53" idx="6"/>
            </p:cNvCxnSpPr>
            <p:nvPr/>
          </p:nvCxnSpPr>
          <p:spPr>
            <a:xfrm flipV="1">
              <a:off x="5682999" y="2644369"/>
              <a:ext cx="1143191" cy="803484"/>
            </a:xfrm>
            <a:prstGeom prst="straightConnector1">
              <a:avLst/>
            </a:prstGeom>
            <a:ln w="28575">
              <a:prstDash val="lgDashDotDot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869EA25F-FCA8-4D89-99B0-853FDB0AF799}"/>
                </a:ext>
              </a:extLst>
            </p:cNvPr>
            <p:cNvCxnSpPr>
              <a:cxnSpLocks/>
              <a:stCxn id="53" idx="4"/>
              <a:endCxn id="55" idx="0"/>
            </p:cNvCxnSpPr>
            <p:nvPr/>
          </p:nvCxnSpPr>
          <p:spPr>
            <a:xfrm>
              <a:off x="5232999" y="3897853"/>
              <a:ext cx="0" cy="460698"/>
            </a:xfrm>
            <a:prstGeom prst="straightConnector1">
              <a:avLst/>
            </a:prstGeom>
            <a:ln w="28575">
              <a:prstDash val="sysDot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250F421C-31F6-4EAB-9D4F-BCF03E66A5E0}"/>
                </a:ext>
              </a:extLst>
            </p:cNvPr>
            <p:cNvSpPr/>
            <p:nvPr/>
          </p:nvSpPr>
          <p:spPr>
            <a:xfrm>
              <a:off x="4357578" y="3940984"/>
              <a:ext cx="90204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b="1">
                  <a:solidFill>
                    <a:sysClr val="windowText" lastClr="000000"/>
                  </a:solidFill>
                </a:rPr>
                <a:t>eaten_at</a:t>
              </a:r>
              <a:endParaRPr lang="ko-KR" altLang="en-US" sz="14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원호 64">
              <a:extLst>
                <a:ext uri="{FF2B5EF4-FFF2-40B4-BE49-F238E27FC236}">
                  <a16:creationId xmlns:a16="http://schemas.microsoft.com/office/drawing/2014/main" id="{751C6E12-C647-4E46-A1E9-3167351C8FB0}"/>
                </a:ext>
              </a:extLst>
            </p:cNvPr>
            <p:cNvSpPr/>
            <p:nvPr/>
          </p:nvSpPr>
          <p:spPr>
            <a:xfrm>
              <a:off x="4816072" y="2156958"/>
              <a:ext cx="833854" cy="892944"/>
            </a:xfrm>
            <a:prstGeom prst="arc">
              <a:avLst>
                <a:gd name="adj1" fmla="val 7104086"/>
                <a:gd name="adj2" fmla="val 3665856"/>
              </a:avLst>
            </a:prstGeom>
            <a:ln w="28575">
              <a:prstDash val="dash"/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56259B71-A632-478E-A2CC-CF10D2357B5B}"/>
                </a:ext>
              </a:extLst>
            </p:cNvPr>
            <p:cNvSpPr/>
            <p:nvPr/>
          </p:nvSpPr>
          <p:spPr>
            <a:xfrm>
              <a:off x="4934424" y="2423517"/>
              <a:ext cx="59715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b="1">
                  <a:solidFill>
                    <a:sysClr val="windowText" lastClr="000000"/>
                  </a:solidFill>
                </a:rPr>
                <a:t>pairs</a:t>
              </a:r>
              <a:endParaRPr lang="ko-KR" altLang="en-US" sz="14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오각형 53">
              <a:extLst>
                <a:ext uri="{FF2B5EF4-FFF2-40B4-BE49-F238E27FC236}">
                  <a16:creationId xmlns:a16="http://schemas.microsoft.com/office/drawing/2014/main" id="{C228C121-B54F-43C5-9372-6D6F2CEE2698}"/>
                </a:ext>
              </a:extLst>
            </p:cNvPr>
            <p:cNvSpPr/>
            <p:nvPr/>
          </p:nvSpPr>
          <p:spPr>
            <a:xfrm>
              <a:off x="6898190" y="2087154"/>
              <a:ext cx="900000" cy="900000"/>
            </a:xfrm>
            <a:prstGeom prst="pentagon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144000" rtlCol="0" anchor="ctr"/>
            <a:lstStyle/>
            <a:p>
              <a:pPr algn="ctr"/>
              <a:r>
                <a:rPr lang="en-US" altLang="ko-KR" sz="1600" b="1">
                  <a:solidFill>
                    <a:sysClr val="windowText" lastClr="000000"/>
                  </a:solidFill>
                </a:rPr>
                <a:t>MI</a:t>
              </a:r>
            </a:p>
          </p:txBody>
        </p:sp>
        <p:sp>
          <p:nvSpPr>
            <p:cNvPr id="82" name="육각형 81">
              <a:extLst>
                <a:ext uri="{FF2B5EF4-FFF2-40B4-BE49-F238E27FC236}">
                  <a16:creationId xmlns:a16="http://schemas.microsoft.com/office/drawing/2014/main" id="{32BB0B22-5A2A-4F9E-944B-19013CA64CF6}"/>
                </a:ext>
              </a:extLst>
            </p:cNvPr>
            <p:cNvSpPr/>
            <p:nvPr/>
          </p:nvSpPr>
          <p:spPr>
            <a:xfrm>
              <a:off x="6826190" y="3908551"/>
              <a:ext cx="1044000" cy="900000"/>
            </a:xfrm>
            <a:prstGeom prst="hexagon">
              <a:avLst>
                <a:gd name="adj" fmla="val 26499"/>
                <a:gd name="vf" fmla="val 115470"/>
              </a:avLst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600" b="1">
                  <a:solidFill>
                    <a:sysClr val="windowText" lastClr="000000"/>
                  </a:solidFill>
                </a:rPr>
                <a:t>FI</a:t>
              </a:r>
            </a:p>
          </p:txBody>
        </p:sp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E856135B-A51C-4E04-976A-90E140EB7171}"/>
                </a:ext>
              </a:extLst>
            </p:cNvPr>
            <p:cNvCxnSpPr>
              <a:cxnSpLocks/>
              <a:stCxn id="53" idx="6"/>
              <a:endCxn id="82" idx="3"/>
            </p:cNvCxnSpPr>
            <p:nvPr/>
          </p:nvCxnSpPr>
          <p:spPr>
            <a:xfrm>
              <a:off x="5682999" y="3447853"/>
              <a:ext cx="1143191" cy="910698"/>
            </a:xfrm>
            <a:prstGeom prst="straightConnector1">
              <a:avLst/>
            </a:prstGeom>
            <a:ln w="28575">
              <a:prstDash val="lgDashDotDot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2903B93-D726-4B07-94F8-DE3C12E05A07}"/>
                </a:ext>
              </a:extLst>
            </p:cNvPr>
            <p:cNvSpPr/>
            <p:nvPr/>
          </p:nvSpPr>
          <p:spPr>
            <a:xfrm>
              <a:off x="5958054" y="3291366"/>
              <a:ext cx="90120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b="1">
                  <a:solidFill>
                    <a:sysClr val="windowText" lastClr="000000"/>
                  </a:solidFill>
                </a:rPr>
                <a:t>contains</a:t>
              </a:r>
              <a:endParaRPr lang="ko-KR" altLang="en-US" sz="1400" b="1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1A75F99-C8B7-42D0-82F1-2288EA3871D8}"/>
              </a:ext>
            </a:extLst>
          </p:cNvPr>
          <p:cNvSpPr/>
          <p:nvPr/>
        </p:nvSpPr>
        <p:spPr>
          <a:xfrm>
            <a:off x="3698079" y="428402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solidFill>
                <a:sysClr val="windowText" lastClr="000000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678FBEF3-BACB-4F46-90CD-D4514038E8C7}"/>
              </a:ext>
            </a:extLst>
          </p:cNvPr>
          <p:cNvSpPr/>
          <p:nvPr/>
        </p:nvSpPr>
        <p:spPr>
          <a:xfrm>
            <a:off x="4263330" y="4317606"/>
            <a:ext cx="1800000" cy="2928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ko-KR" sz="1200">
                <a:solidFill>
                  <a:sysClr val="windowText" lastClr="000000"/>
                </a:solidFill>
              </a:rPr>
              <a:t>U: user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452473D3-9AE5-43A0-94D2-3DC87955765F}"/>
              </a:ext>
            </a:extLst>
          </p:cNvPr>
          <p:cNvSpPr/>
          <p:nvPr/>
        </p:nvSpPr>
        <p:spPr>
          <a:xfrm>
            <a:off x="3698079" y="4768717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solidFill>
                <a:sysClr val="windowText" lastClr="000000"/>
              </a:solidFill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EFC58720-FD62-47F0-9A48-06093299BF28}"/>
              </a:ext>
            </a:extLst>
          </p:cNvPr>
          <p:cNvSpPr/>
          <p:nvPr/>
        </p:nvSpPr>
        <p:spPr>
          <a:xfrm>
            <a:off x="4263330" y="4772114"/>
            <a:ext cx="1800000" cy="35320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ko-KR" sz="1200">
                <a:solidFill>
                  <a:sysClr val="windowText" lastClr="000000"/>
                </a:solidFill>
              </a:rPr>
              <a:t>F: food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sp>
        <p:nvSpPr>
          <p:cNvPr id="105" name="다이아몬드 104">
            <a:extLst>
              <a:ext uri="{FF2B5EF4-FFF2-40B4-BE49-F238E27FC236}">
                <a16:creationId xmlns:a16="http://schemas.microsoft.com/office/drawing/2014/main" id="{9931CED4-921A-490D-AA19-ADBB12B8F05C}"/>
              </a:ext>
            </a:extLst>
          </p:cNvPr>
          <p:cNvSpPr/>
          <p:nvPr/>
        </p:nvSpPr>
        <p:spPr>
          <a:xfrm>
            <a:off x="3698079" y="6222806"/>
            <a:ext cx="360000" cy="360000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solidFill>
                <a:sysClr val="windowText" lastClr="000000"/>
              </a:solidFill>
            </a:endParaRPr>
          </a:p>
        </p:txBody>
      </p:sp>
      <p:sp>
        <p:nvSpPr>
          <p:cNvPr id="111" name="다이아몬드 110">
            <a:extLst>
              <a:ext uri="{FF2B5EF4-FFF2-40B4-BE49-F238E27FC236}">
                <a16:creationId xmlns:a16="http://schemas.microsoft.com/office/drawing/2014/main" id="{FFCB124D-01BA-44DD-83D9-6C44AC82B4DF}"/>
              </a:ext>
            </a:extLst>
          </p:cNvPr>
          <p:cNvSpPr/>
          <p:nvPr/>
        </p:nvSpPr>
        <p:spPr>
          <a:xfrm>
            <a:off x="4263330" y="6258488"/>
            <a:ext cx="1800000" cy="28863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ko-KR" sz="1200">
                <a:solidFill>
                  <a:sysClr val="windowText" lastClr="000000"/>
                </a:solidFill>
              </a:rPr>
              <a:t>M: meal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sp>
        <p:nvSpPr>
          <p:cNvPr id="107" name="육각형 106">
            <a:extLst>
              <a:ext uri="{FF2B5EF4-FFF2-40B4-BE49-F238E27FC236}">
                <a16:creationId xmlns:a16="http://schemas.microsoft.com/office/drawing/2014/main" id="{5637C287-A14C-4FE5-B890-C3EF08FA0560}"/>
              </a:ext>
            </a:extLst>
          </p:cNvPr>
          <p:cNvSpPr/>
          <p:nvPr/>
        </p:nvSpPr>
        <p:spPr>
          <a:xfrm>
            <a:off x="3698079" y="5738110"/>
            <a:ext cx="360000" cy="360000"/>
          </a:xfrm>
          <a:prstGeom prst="hexagon">
            <a:avLst>
              <a:gd name="adj" fmla="val 23080"/>
              <a:gd name="vf" fmla="val 115470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solidFill>
                <a:sysClr val="windowText" lastClr="000000"/>
              </a:solidFill>
            </a:endParaRPr>
          </a:p>
        </p:txBody>
      </p:sp>
      <p:sp>
        <p:nvSpPr>
          <p:cNvPr id="113" name="육각형 112">
            <a:extLst>
              <a:ext uri="{FF2B5EF4-FFF2-40B4-BE49-F238E27FC236}">
                <a16:creationId xmlns:a16="http://schemas.microsoft.com/office/drawing/2014/main" id="{5DC9C0AD-B083-4EB9-9ED0-CCDC56708CDA}"/>
              </a:ext>
            </a:extLst>
          </p:cNvPr>
          <p:cNvSpPr/>
          <p:nvPr/>
        </p:nvSpPr>
        <p:spPr>
          <a:xfrm>
            <a:off x="4263330" y="5741507"/>
            <a:ext cx="1800000" cy="35320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ko-KR" sz="1200">
                <a:solidFill>
                  <a:sysClr val="windowText" lastClr="000000"/>
                </a:solidFill>
              </a:rPr>
              <a:t>FI: flavor_ingredient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sp>
        <p:nvSpPr>
          <p:cNvPr id="123" name="왼쪽 대괄호 122">
            <a:extLst>
              <a:ext uri="{FF2B5EF4-FFF2-40B4-BE49-F238E27FC236}">
                <a16:creationId xmlns:a16="http://schemas.microsoft.com/office/drawing/2014/main" id="{11327736-83F5-4708-AEF6-B7324A4D8972}"/>
              </a:ext>
            </a:extLst>
          </p:cNvPr>
          <p:cNvSpPr/>
          <p:nvPr/>
        </p:nvSpPr>
        <p:spPr>
          <a:xfrm>
            <a:off x="3342815" y="4284020"/>
            <a:ext cx="114013" cy="2298783"/>
          </a:xfrm>
          <a:prstGeom prst="leftBracket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오각형 123">
            <a:extLst>
              <a:ext uri="{FF2B5EF4-FFF2-40B4-BE49-F238E27FC236}">
                <a16:creationId xmlns:a16="http://schemas.microsoft.com/office/drawing/2014/main" id="{B7C4915F-0392-4431-8BFD-933916ED560F}"/>
              </a:ext>
            </a:extLst>
          </p:cNvPr>
          <p:cNvSpPr/>
          <p:nvPr/>
        </p:nvSpPr>
        <p:spPr>
          <a:xfrm>
            <a:off x="3698079" y="5256810"/>
            <a:ext cx="360000" cy="360000"/>
          </a:xfrm>
          <a:prstGeom prst="pentagon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solidFill>
                <a:sysClr val="windowText" lastClr="000000"/>
              </a:solidFill>
            </a:endParaRPr>
          </a:p>
        </p:txBody>
      </p:sp>
      <p:sp>
        <p:nvSpPr>
          <p:cNvPr id="125" name="오각형 111">
            <a:extLst>
              <a:ext uri="{FF2B5EF4-FFF2-40B4-BE49-F238E27FC236}">
                <a16:creationId xmlns:a16="http://schemas.microsoft.com/office/drawing/2014/main" id="{D9DDC10D-1C76-4E22-9C75-10C7C2C20637}"/>
              </a:ext>
            </a:extLst>
          </p:cNvPr>
          <p:cNvSpPr/>
          <p:nvPr/>
        </p:nvSpPr>
        <p:spPr>
          <a:xfrm>
            <a:off x="4263330" y="5260207"/>
            <a:ext cx="1800000" cy="35320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ko-KR" sz="1200">
                <a:solidFill>
                  <a:sysClr val="windowText" lastClr="000000"/>
                </a:solidFill>
              </a:rPr>
              <a:t>MI: main_ingredient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8365A89D-D8E9-4E34-B788-C7A3A60EBDFC}"/>
              </a:ext>
            </a:extLst>
          </p:cNvPr>
          <p:cNvSpPr/>
          <p:nvPr/>
        </p:nvSpPr>
        <p:spPr>
          <a:xfrm>
            <a:off x="7681851" y="4317606"/>
            <a:ext cx="755001" cy="292828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ko-KR" sz="1200">
                <a:solidFill>
                  <a:sysClr val="windowText" lastClr="000000"/>
                </a:solidFill>
              </a:rPr>
              <a:t>eats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sp>
        <p:nvSpPr>
          <p:cNvPr id="135" name="타원 109">
            <a:extLst>
              <a:ext uri="{FF2B5EF4-FFF2-40B4-BE49-F238E27FC236}">
                <a16:creationId xmlns:a16="http://schemas.microsoft.com/office/drawing/2014/main" id="{8E622271-3C1D-4490-B8AD-C04825FC4FD7}"/>
              </a:ext>
            </a:extLst>
          </p:cNvPr>
          <p:cNvSpPr/>
          <p:nvPr/>
        </p:nvSpPr>
        <p:spPr>
          <a:xfrm>
            <a:off x="7681851" y="4922917"/>
            <a:ext cx="755001" cy="35320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ko-KR" sz="1200">
                <a:solidFill>
                  <a:sysClr val="windowText" lastClr="000000"/>
                </a:solidFill>
              </a:rPr>
              <a:t>pairs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sp>
        <p:nvSpPr>
          <p:cNvPr id="139" name="육각형 112">
            <a:extLst>
              <a:ext uri="{FF2B5EF4-FFF2-40B4-BE49-F238E27FC236}">
                <a16:creationId xmlns:a16="http://schemas.microsoft.com/office/drawing/2014/main" id="{D9BF8EE3-0133-41C5-A1E0-9E2C13149BC1}"/>
              </a:ext>
            </a:extLst>
          </p:cNvPr>
          <p:cNvSpPr/>
          <p:nvPr/>
        </p:nvSpPr>
        <p:spPr>
          <a:xfrm>
            <a:off x="7681851" y="6193918"/>
            <a:ext cx="755001" cy="35320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ko-KR" sz="1200">
                <a:solidFill>
                  <a:sysClr val="windowText" lastClr="000000"/>
                </a:solidFill>
              </a:rPr>
              <a:t>eaten_at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sp>
        <p:nvSpPr>
          <p:cNvPr id="129" name="왼쪽 대괄호 128">
            <a:extLst>
              <a:ext uri="{FF2B5EF4-FFF2-40B4-BE49-F238E27FC236}">
                <a16:creationId xmlns:a16="http://schemas.microsoft.com/office/drawing/2014/main" id="{DEDE9662-5DF0-4C39-8EFD-F4A406AE0ED8}"/>
              </a:ext>
            </a:extLst>
          </p:cNvPr>
          <p:cNvSpPr/>
          <p:nvPr/>
        </p:nvSpPr>
        <p:spPr>
          <a:xfrm>
            <a:off x="6674661" y="4284020"/>
            <a:ext cx="114013" cy="2298783"/>
          </a:xfrm>
          <a:prstGeom prst="leftBracket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오각형 111">
            <a:extLst>
              <a:ext uri="{FF2B5EF4-FFF2-40B4-BE49-F238E27FC236}">
                <a16:creationId xmlns:a16="http://schemas.microsoft.com/office/drawing/2014/main" id="{F20E4660-7129-45D2-9437-25351CC26E97}"/>
              </a:ext>
            </a:extLst>
          </p:cNvPr>
          <p:cNvSpPr/>
          <p:nvPr/>
        </p:nvSpPr>
        <p:spPr>
          <a:xfrm>
            <a:off x="7681851" y="5558417"/>
            <a:ext cx="755001" cy="35320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ko-KR" sz="1200">
                <a:solidFill>
                  <a:sysClr val="windowText" lastClr="000000"/>
                </a:solidFill>
              </a:rPr>
              <a:t>contains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17E4103E-F400-46AF-AA40-53CE11CCB4D1}"/>
              </a:ext>
            </a:extLst>
          </p:cNvPr>
          <p:cNvCxnSpPr>
            <a:cxnSpLocks/>
          </p:cNvCxnSpPr>
          <p:nvPr/>
        </p:nvCxnSpPr>
        <p:spPr>
          <a:xfrm>
            <a:off x="6974954" y="4472863"/>
            <a:ext cx="540000" cy="0"/>
          </a:xfrm>
          <a:prstGeom prst="straightConnector1">
            <a:avLst/>
          </a:prstGeom>
          <a:ln w="19050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36198CC2-E52C-475D-A1E9-B7C2418C6788}"/>
              </a:ext>
            </a:extLst>
          </p:cNvPr>
          <p:cNvCxnSpPr>
            <a:cxnSpLocks/>
          </p:cNvCxnSpPr>
          <p:nvPr/>
        </p:nvCxnSpPr>
        <p:spPr>
          <a:xfrm flipV="1">
            <a:off x="6974954" y="5738110"/>
            <a:ext cx="540000" cy="0"/>
          </a:xfrm>
          <a:prstGeom prst="straightConnector1">
            <a:avLst/>
          </a:prstGeom>
          <a:ln w="19050">
            <a:prstDash val="lgDashDotDot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8DC2329A-3F68-43D3-B2A3-D7BE2BF56636}"/>
              </a:ext>
            </a:extLst>
          </p:cNvPr>
          <p:cNvCxnSpPr>
            <a:cxnSpLocks/>
          </p:cNvCxnSpPr>
          <p:nvPr/>
        </p:nvCxnSpPr>
        <p:spPr>
          <a:xfrm>
            <a:off x="6974954" y="6396121"/>
            <a:ext cx="540000" cy="0"/>
          </a:xfrm>
          <a:prstGeom prst="straightConnector1">
            <a:avLst/>
          </a:prstGeom>
          <a:ln w="19050">
            <a:prstDash val="sysDot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894EF58B-8C4D-4B57-A12C-5401B58025B2}"/>
              </a:ext>
            </a:extLst>
          </p:cNvPr>
          <p:cNvCxnSpPr>
            <a:cxnSpLocks/>
          </p:cNvCxnSpPr>
          <p:nvPr/>
        </p:nvCxnSpPr>
        <p:spPr>
          <a:xfrm flipV="1">
            <a:off x="6974954" y="5125320"/>
            <a:ext cx="540000" cy="0"/>
          </a:xfrm>
          <a:prstGeom prst="straightConnector1">
            <a:avLst/>
          </a:prstGeom>
          <a:ln w="19050">
            <a:prstDash val="dash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E943620-5455-9991-288B-252B81ECC0A3}"/>
              </a:ext>
            </a:extLst>
          </p:cNvPr>
          <p:cNvSpPr txBox="1"/>
          <p:nvPr/>
        </p:nvSpPr>
        <p:spPr>
          <a:xfrm>
            <a:off x="3158079" y="859178"/>
            <a:ext cx="9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+mn-ea"/>
              </a:rPr>
              <a:t>[132-1]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157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_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설명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2" name="처리 7">
            <a:extLst>
              <a:ext uri="{FF2B5EF4-FFF2-40B4-BE49-F238E27FC236}">
                <a16:creationId xmlns:a16="http://schemas.microsoft.com/office/drawing/2014/main" id="{287D4B78-06DD-4D2D-866D-74724C3761F7}"/>
              </a:ext>
            </a:extLst>
          </p:cNvPr>
          <p:cNvSpPr/>
          <p:nvPr/>
        </p:nvSpPr>
        <p:spPr>
          <a:xfrm>
            <a:off x="203624" y="759535"/>
            <a:ext cx="8483176" cy="40011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b="1">
                <a:latin typeface="+mj-lt"/>
              </a:rPr>
              <a:t>2. </a:t>
            </a:r>
            <a:r>
              <a:rPr kumimoji="1" lang="ko-KR" altLang="en-US" sz="1400" b="1">
                <a:latin typeface="+mj-lt"/>
              </a:rPr>
              <a:t>선호도 및 식품 조합 예측을 위한 학습</a:t>
            </a:r>
            <a:r>
              <a:rPr kumimoji="1" lang="en-US" altLang="ko-KR" sz="1400" b="1">
                <a:latin typeface="+mj-lt"/>
              </a:rPr>
              <a:t> </a:t>
            </a:r>
            <a:r>
              <a:rPr kumimoji="1" lang="ko-KR" altLang="en-US" sz="1400" b="1">
                <a:latin typeface="+mj-lt"/>
              </a:rPr>
              <a:t>데이터 </a:t>
            </a:r>
            <a:r>
              <a:rPr kumimoji="1" lang="ko-KR" altLang="en-US" sz="1400" b="1"/>
              <a:t>구축 </a:t>
            </a:r>
            <a:r>
              <a:rPr kumimoji="1" lang="en-US" altLang="ko-KR" sz="1400" b="1"/>
              <a:t>(Heterogeneous Graph): Node, Edge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BB8735-7351-4EE2-8375-0F4BAC204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899761"/>
              </p:ext>
            </p:extLst>
          </p:nvPr>
        </p:nvGraphicFramePr>
        <p:xfrm>
          <a:off x="203624" y="1333263"/>
          <a:ext cx="6390186" cy="5349312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823913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1316327">
                  <a:extLst>
                    <a:ext uri="{9D8B030D-6E8A-4147-A177-3AD203B41FA5}">
                      <a16:colId xmlns:a16="http://schemas.microsoft.com/office/drawing/2014/main" val="3239670891"/>
                    </a:ext>
                  </a:extLst>
                </a:gridCol>
                <a:gridCol w="916171">
                  <a:extLst>
                    <a:ext uri="{9D8B030D-6E8A-4147-A177-3AD203B41FA5}">
                      <a16:colId xmlns:a16="http://schemas.microsoft.com/office/drawing/2014/main" val="4025003547"/>
                    </a:ext>
                  </a:extLst>
                </a:gridCol>
                <a:gridCol w="978006">
                  <a:extLst>
                    <a:ext uri="{9D8B030D-6E8A-4147-A177-3AD203B41FA5}">
                      <a16:colId xmlns:a16="http://schemas.microsoft.com/office/drawing/2014/main" val="2835394907"/>
                    </a:ext>
                  </a:extLst>
                </a:gridCol>
                <a:gridCol w="2355769">
                  <a:extLst>
                    <a:ext uri="{9D8B030D-6E8A-4147-A177-3AD203B41FA5}">
                      <a16:colId xmlns:a16="http://schemas.microsoft.com/office/drawing/2014/main" val="1718526979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100" kern="1200"/>
                        <a:t>Node</a:t>
                      </a:r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/>
                        <a:t>Feature (original)</a:t>
                      </a:r>
                      <a:endParaRPr lang="en-US" altLang="ko-KR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Processing </a:t>
                      </a: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방법</a:t>
                      </a:r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305082">
                <a:tc rowSpan="9"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Food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칼로리 </a:t>
                      </a:r>
                      <a:r>
                        <a:rPr lang="en-US" altLang="ko-KR" sz="1000" kern="1200" dirty="0"/>
                        <a:t>(kcal)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/>
                        <a:t>2872.58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연속형</a:t>
                      </a:r>
                      <a:endParaRPr lang="en-US" altLang="ko-KR" sz="1000" kern="1200" dirty="0"/>
                    </a:p>
                    <a:p>
                      <a:pPr algn="ctr"/>
                      <a:r>
                        <a:rPr lang="ko-KR" altLang="en-US" sz="1000" kern="1200" dirty="0"/>
                        <a:t>변수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/>
                        <a:t>데이터 정규화</a:t>
                      </a:r>
                      <a:endParaRPr lang="en-US" altLang="ko-KR" sz="1100" dirty="0"/>
                    </a:p>
                    <a:p>
                      <a:pPr marL="0" indent="0" 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  <a:p>
                      <a:pPr lvl="0" algn="ctr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ko-KR" sz="1000" dirty="0"/>
                        <a:t>로그 변환으로 데이터의 분포를 균일하게 </a:t>
                      </a:r>
                      <a:r>
                        <a:rPr lang="ko-KR" altLang="en-US" sz="1000" dirty="0"/>
                        <a:t>만든 후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MinMaxScaler로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모든 특성을 동일한 스케일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(0~100)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사이의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정수값으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로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변환</a:t>
                      </a:r>
                      <a:endParaRPr lang="ko-KR" altLang="ko-KR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탄수화물 </a:t>
                      </a:r>
                      <a:r>
                        <a:rPr lang="en-US" altLang="ko-KR" sz="1000" kern="1200" dirty="0"/>
                        <a:t>(g)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/>
                        <a:t>620.06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321708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단백질 </a:t>
                      </a:r>
                      <a:r>
                        <a:rPr lang="en-US" altLang="ko-KR" sz="1000" kern="1200" dirty="0"/>
                        <a:t>(g)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56.41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458782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지방 </a:t>
                      </a:r>
                      <a:r>
                        <a:rPr lang="en-US" altLang="ko-KR" sz="1000" kern="1200" dirty="0"/>
                        <a:t>(g)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7.98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82578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포화지방 </a:t>
                      </a:r>
                      <a:r>
                        <a:rPr lang="en-US" altLang="ko-KR" sz="1000" kern="1200" dirty="0"/>
                        <a:t>(g)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2.31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224816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콜레스테롤 </a:t>
                      </a:r>
                      <a:r>
                        <a:rPr lang="en-US" altLang="ko-KR" sz="1000" kern="1200" dirty="0"/>
                        <a:t>(mg)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0.00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52909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 err="1"/>
                        <a:t>식이섬유</a:t>
                      </a:r>
                      <a:r>
                        <a:rPr lang="ko-KR" altLang="en-US" sz="1000" kern="1200" dirty="0"/>
                        <a:t> </a:t>
                      </a:r>
                      <a:r>
                        <a:rPr lang="en-US" altLang="ko-KR" sz="1000" kern="1200" dirty="0"/>
                        <a:t>(g)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24.60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632956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당류 </a:t>
                      </a:r>
                      <a:r>
                        <a:rPr lang="en-US" altLang="ko-KR" sz="1000" kern="1200" dirty="0"/>
                        <a:t>(g)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3.70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825357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나트륨 </a:t>
                      </a:r>
                      <a:r>
                        <a:rPr lang="en-US" altLang="ko-KR" sz="1000" kern="1200" dirty="0"/>
                        <a:t>(mg)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17.96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568521"/>
                  </a:ext>
                </a:extLst>
              </a:tr>
              <a:tr h="305082">
                <a:tc rowSpan="5">
                  <a:txBody>
                    <a:bodyPr/>
                    <a:lstStyle/>
                    <a:p>
                      <a:pPr algn="ctr"/>
                      <a:r>
                        <a:rPr lang="en-US" sz="1000" kern="1200" dirty="0"/>
                        <a:t>User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나이 </a:t>
                      </a:r>
                      <a:r>
                        <a:rPr lang="en-US" altLang="ko-KR" sz="1000" kern="1200" dirty="0"/>
                        <a:t>(</a:t>
                      </a:r>
                      <a:r>
                        <a:rPr lang="ko-KR" altLang="en-US" sz="1000" kern="1200" dirty="0"/>
                        <a:t>세</a:t>
                      </a:r>
                      <a:r>
                        <a:rPr lang="en-US" altLang="ko-KR" sz="1000" kern="1200" dirty="0"/>
                        <a:t>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56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신장 </a:t>
                      </a:r>
                      <a:r>
                        <a:rPr lang="en-US" altLang="ko-KR" sz="1000" kern="1200" dirty="0"/>
                        <a:t>(cm)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151.2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92199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체중 </a:t>
                      </a:r>
                      <a:r>
                        <a:rPr lang="en-US" altLang="ko-KR" sz="1000" kern="1200" dirty="0"/>
                        <a:t>(kg)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/>
                        <a:t>60.6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584553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활동량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/>
                        <a:t>3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범주형</a:t>
                      </a:r>
                      <a:endParaRPr lang="en-US" altLang="ko-KR" sz="1000" kern="1200" dirty="0"/>
                    </a:p>
                    <a:p>
                      <a:pPr algn="ctr"/>
                      <a:r>
                        <a:rPr lang="ko-KR" altLang="en-US" sz="1000" kern="1200" dirty="0"/>
                        <a:t>변수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ko-KR" sz="1100" kern="1200" dirty="0"/>
                        <a:t>One Hot Encoding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498417"/>
                  </a:ext>
                </a:extLst>
              </a:tr>
              <a:tr h="305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성별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/>
                        <a:t>2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22860527"/>
                  </a:ext>
                </a:extLst>
              </a:tr>
              <a:tr h="305082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/>
                        <a:t>Ingredient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/>
                        <a:t>분류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/>
                        <a:t>R106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305082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/>
                        <a:t>Meal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/>
                        <a:t>분류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dirty="0"/>
                        <a:t>아침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DD0F2FD-0EE7-4EF3-996E-2B7E3BD38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680440"/>
              </p:ext>
            </p:extLst>
          </p:nvPr>
        </p:nvGraphicFramePr>
        <p:xfrm>
          <a:off x="6696376" y="1333263"/>
          <a:ext cx="5292000" cy="536400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688899">
                  <a:extLst>
                    <a:ext uri="{9D8B030D-6E8A-4147-A177-3AD203B41FA5}">
                      <a16:colId xmlns:a16="http://schemas.microsoft.com/office/drawing/2014/main" val="978245091"/>
                    </a:ext>
                  </a:extLst>
                </a:gridCol>
                <a:gridCol w="786598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786598">
                  <a:extLst>
                    <a:ext uri="{9D8B030D-6E8A-4147-A177-3AD203B41FA5}">
                      <a16:colId xmlns:a16="http://schemas.microsoft.com/office/drawing/2014/main" val="3239670891"/>
                    </a:ext>
                  </a:extLst>
                </a:gridCol>
                <a:gridCol w="3029905">
                  <a:extLst>
                    <a:ext uri="{9D8B030D-6E8A-4147-A177-3AD203B41FA5}">
                      <a16:colId xmlns:a16="http://schemas.microsoft.com/office/drawing/2014/main" val="30066479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/>
                        <a:t>Edge</a:t>
                      </a:r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100" kern="1200"/>
                        <a:t>Node 1</a:t>
                      </a:r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/>
                        <a:t>Node 2</a:t>
                      </a:r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/>
                        <a:t>Binary Processing </a:t>
                      </a:r>
                      <a:r>
                        <a:rPr lang="ko-KR" altLang="en-US" sz="1100" kern="1200"/>
                        <a:t>방법</a:t>
                      </a:r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eats</a:t>
                      </a:r>
                    </a:p>
                  </a:txBody>
                  <a:tcPr marL="76200" marR="76200" marT="38100" marB="3810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/>
                        <a:t>User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/>
                        <a:t>Food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/>
                        <a:t>전체 식품 무게 대비 </a:t>
                      </a:r>
                      <a:endParaRPr lang="en-US" altLang="ko-KR" sz="1000" kern="1200"/>
                    </a:p>
                    <a:p>
                      <a:pPr algn="ctr"/>
                      <a:r>
                        <a:rPr lang="ko-KR" altLang="en-US" sz="1000" kern="1200"/>
                        <a:t>사용자가 섭취한 무게가 </a:t>
                      </a:r>
                      <a:r>
                        <a:rPr lang="en-US" altLang="ko-KR" sz="1000" kern="1200"/>
                        <a:t>0.5</a:t>
                      </a:r>
                      <a:r>
                        <a:rPr lang="ko-KR" altLang="en-US" sz="1000" kern="1200"/>
                        <a:t>보다 큰 경우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pairs</a:t>
                      </a: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/>
                        <a:t>Food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/>
                        <a:t>Food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dirty="0"/>
                        <a:t>두 식품이 한 끼니에 함께 섭취된 적이 있는 경우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6120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contains</a:t>
                      </a: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kern="1200" dirty="0"/>
                        <a:t>Food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Ingredient</a:t>
                      </a:r>
                    </a:p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주재료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kern="1200">
                          <a:solidFill>
                            <a:schemeClr val="tx1"/>
                          </a:solidFill>
                        </a:rPr>
                        <a:t>식품 내 전체 식재료 무게 대비 </a:t>
                      </a:r>
                      <a:endParaRPr lang="en-US" altLang="ko-KR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1000" kern="1200">
                          <a:solidFill>
                            <a:schemeClr val="tx1"/>
                          </a:solidFill>
                        </a:rPr>
                        <a:t>해당 식재료가 차지하는 무게가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0.5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</a:rPr>
                        <a:t>보다 큰 경우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61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Ingredient</a:t>
                      </a:r>
                    </a:p>
                    <a:p>
                      <a:pPr algn="ctr"/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맛 재료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해당 조미료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(R_18)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 있는 경우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049013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eaten_at</a:t>
                      </a: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/>
                        <a:t>Food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/>
                        <a:t>Meal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kern="1200" dirty="0"/>
                        <a:t>해당 끼니에 섭취된 비율이 </a:t>
                      </a:r>
                      <a:r>
                        <a:rPr lang="en-US" altLang="ko-KR" sz="1000" kern="1200" dirty="0"/>
                        <a:t>0.3</a:t>
                      </a:r>
                      <a:r>
                        <a:rPr lang="ko-KR" altLang="en-US" sz="1000" kern="1200" dirty="0"/>
                        <a:t>보다 큰 경우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703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96D68A70-B328-4B59-A48D-9790C70B14DB}"/>
              </a:ext>
            </a:extLst>
          </p:cNvPr>
          <p:cNvSpPr/>
          <p:nvPr/>
        </p:nvSpPr>
        <p:spPr>
          <a:xfrm>
            <a:off x="4088154" y="2262109"/>
            <a:ext cx="2699699" cy="30575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D66CCBE-F82F-41A2-8C50-3F81C416F3EB}"/>
              </a:ext>
            </a:extLst>
          </p:cNvPr>
          <p:cNvSpPr/>
          <p:nvPr/>
        </p:nvSpPr>
        <p:spPr>
          <a:xfrm>
            <a:off x="4143071" y="3380358"/>
            <a:ext cx="443738" cy="4437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U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BAC9BF8-BF21-4FA3-A924-B1148EF9839D}"/>
              </a:ext>
            </a:extLst>
          </p:cNvPr>
          <p:cNvSpPr/>
          <p:nvPr/>
        </p:nvSpPr>
        <p:spPr>
          <a:xfrm>
            <a:off x="5079829" y="3380358"/>
            <a:ext cx="443738" cy="443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83C72BAE-EA7C-4B74-80F6-01603BAA1C4F}"/>
              </a:ext>
            </a:extLst>
          </p:cNvPr>
          <p:cNvSpPr/>
          <p:nvPr/>
        </p:nvSpPr>
        <p:spPr>
          <a:xfrm>
            <a:off x="5570761" y="2834843"/>
            <a:ext cx="443738" cy="4437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>
                <a:solidFill>
                  <a:sysClr val="windowText" lastClr="000000"/>
                </a:solidFill>
              </a:rPr>
              <a:t>U</a:t>
            </a:r>
            <a:endParaRPr lang="ko-KR" altLang="en-US" b="1">
              <a:solidFill>
                <a:sysClr val="windowText" lastClr="000000"/>
              </a:solidFill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FDE90DB5-952D-4877-A71E-028A0AF02A52}"/>
              </a:ext>
            </a:extLst>
          </p:cNvPr>
          <p:cNvSpPr/>
          <p:nvPr/>
        </p:nvSpPr>
        <p:spPr>
          <a:xfrm>
            <a:off x="5996251" y="3380358"/>
            <a:ext cx="443738" cy="443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4029EA0A-661F-4D1B-8AE9-A4B1EF57C552}"/>
              </a:ext>
            </a:extLst>
          </p:cNvPr>
          <p:cNvCxnSpPr>
            <a:cxnSpLocks/>
            <a:endCxn id="190" idx="2"/>
          </p:cNvCxnSpPr>
          <p:nvPr/>
        </p:nvCxnSpPr>
        <p:spPr>
          <a:xfrm>
            <a:off x="4586809" y="3602227"/>
            <a:ext cx="4930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DABCABD0-2341-475E-8CC1-E7FA6D96FDF2}"/>
              </a:ext>
            </a:extLst>
          </p:cNvPr>
          <p:cNvCxnSpPr>
            <a:cxnSpLocks/>
            <a:endCxn id="190" idx="7"/>
          </p:cNvCxnSpPr>
          <p:nvPr/>
        </p:nvCxnSpPr>
        <p:spPr>
          <a:xfrm flipH="1">
            <a:off x="5458583" y="3278580"/>
            <a:ext cx="112178" cy="166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EACA3D11-8EA8-4922-8CFB-CE5B29538CE0}"/>
              </a:ext>
            </a:extLst>
          </p:cNvPr>
          <p:cNvCxnSpPr>
            <a:cxnSpLocks/>
            <a:stCxn id="190" idx="6"/>
            <a:endCxn id="192" idx="2"/>
          </p:cNvCxnSpPr>
          <p:nvPr/>
        </p:nvCxnSpPr>
        <p:spPr>
          <a:xfrm>
            <a:off x="5523567" y="3602227"/>
            <a:ext cx="47268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7" name="오각형 196">
            <a:extLst>
              <a:ext uri="{FF2B5EF4-FFF2-40B4-BE49-F238E27FC236}">
                <a16:creationId xmlns:a16="http://schemas.microsoft.com/office/drawing/2014/main" id="{C9B6EE88-D2BB-446F-A6F9-AF0F0B4C92B7}"/>
              </a:ext>
            </a:extLst>
          </p:cNvPr>
          <p:cNvSpPr/>
          <p:nvPr/>
        </p:nvSpPr>
        <p:spPr>
          <a:xfrm>
            <a:off x="4575785" y="2834843"/>
            <a:ext cx="443738" cy="443737"/>
          </a:xfrm>
          <a:prstGeom prst="pent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98" name="다이아몬드 197">
            <a:extLst>
              <a:ext uri="{FF2B5EF4-FFF2-40B4-BE49-F238E27FC236}">
                <a16:creationId xmlns:a16="http://schemas.microsoft.com/office/drawing/2014/main" id="{BCCB8FF2-1363-476A-91CC-602CAB3C390E}"/>
              </a:ext>
            </a:extLst>
          </p:cNvPr>
          <p:cNvSpPr/>
          <p:nvPr/>
        </p:nvSpPr>
        <p:spPr>
          <a:xfrm>
            <a:off x="4575785" y="3933719"/>
            <a:ext cx="443738" cy="443737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203" name="오각형 202">
            <a:extLst>
              <a:ext uri="{FF2B5EF4-FFF2-40B4-BE49-F238E27FC236}">
                <a16:creationId xmlns:a16="http://schemas.microsoft.com/office/drawing/2014/main" id="{535A35F8-509F-4A3B-B9EB-2DFB76AA9A82}"/>
              </a:ext>
            </a:extLst>
          </p:cNvPr>
          <p:cNvSpPr/>
          <p:nvPr/>
        </p:nvSpPr>
        <p:spPr>
          <a:xfrm>
            <a:off x="5570761" y="3933719"/>
            <a:ext cx="443738" cy="443737"/>
          </a:xfrm>
          <a:prstGeom prst="pent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E9372498-0CED-4036-951B-211CCCF69467}"/>
              </a:ext>
            </a:extLst>
          </p:cNvPr>
          <p:cNvCxnSpPr>
            <a:cxnSpLocks/>
            <a:stCxn id="190" idx="1"/>
          </p:cNvCxnSpPr>
          <p:nvPr/>
        </p:nvCxnSpPr>
        <p:spPr>
          <a:xfrm flipH="1" flipV="1">
            <a:off x="4954539" y="3213596"/>
            <a:ext cx="190274" cy="2317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DC1FA376-F8D0-401F-8053-1FC605D9ACC7}"/>
              </a:ext>
            </a:extLst>
          </p:cNvPr>
          <p:cNvCxnSpPr>
            <a:cxnSpLocks/>
            <a:stCxn id="190" idx="3"/>
          </p:cNvCxnSpPr>
          <p:nvPr/>
        </p:nvCxnSpPr>
        <p:spPr>
          <a:xfrm flipH="1">
            <a:off x="4954539" y="3759111"/>
            <a:ext cx="190274" cy="23959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C64A32AF-6026-4A01-A5D0-287FE1908CB7}"/>
              </a:ext>
            </a:extLst>
          </p:cNvPr>
          <p:cNvCxnSpPr>
            <a:cxnSpLocks/>
            <a:stCxn id="192" idx="3"/>
          </p:cNvCxnSpPr>
          <p:nvPr/>
        </p:nvCxnSpPr>
        <p:spPr>
          <a:xfrm flipH="1">
            <a:off x="5949515" y="3759111"/>
            <a:ext cx="111720" cy="2395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2" name="육각형 211">
            <a:extLst>
              <a:ext uri="{FF2B5EF4-FFF2-40B4-BE49-F238E27FC236}">
                <a16:creationId xmlns:a16="http://schemas.microsoft.com/office/drawing/2014/main" id="{B9F952E0-FF34-4787-854E-85AF03A75E0B}"/>
              </a:ext>
            </a:extLst>
          </p:cNvPr>
          <p:cNvSpPr/>
          <p:nvPr/>
        </p:nvSpPr>
        <p:spPr>
          <a:xfrm>
            <a:off x="5075320" y="4448999"/>
            <a:ext cx="443738" cy="44373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67676E4A-66F2-48DE-BC95-ECE9E0F23F90}"/>
              </a:ext>
            </a:extLst>
          </p:cNvPr>
          <p:cNvSpPr/>
          <p:nvPr/>
        </p:nvSpPr>
        <p:spPr>
          <a:xfrm>
            <a:off x="5967382" y="4448999"/>
            <a:ext cx="443738" cy="443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AB5ABFE7-771A-4416-A24D-92AC6E55A160}"/>
              </a:ext>
            </a:extLst>
          </p:cNvPr>
          <p:cNvCxnSpPr>
            <a:cxnSpLocks/>
            <a:stCxn id="213" idx="2"/>
          </p:cNvCxnSpPr>
          <p:nvPr/>
        </p:nvCxnSpPr>
        <p:spPr>
          <a:xfrm flipH="1">
            <a:off x="5519058" y="4670868"/>
            <a:ext cx="4483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8626E024-A50D-439A-92BD-9F879EF552FB}"/>
              </a:ext>
            </a:extLst>
          </p:cNvPr>
          <p:cNvCxnSpPr>
            <a:cxnSpLocks/>
            <a:stCxn id="213" idx="1"/>
          </p:cNvCxnSpPr>
          <p:nvPr/>
        </p:nvCxnSpPr>
        <p:spPr>
          <a:xfrm flipH="1" flipV="1">
            <a:off x="5949515" y="4312472"/>
            <a:ext cx="82851" cy="2015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AA27691E-D315-4357-BEF5-28BA918BB9D2}"/>
              </a:ext>
            </a:extLst>
          </p:cNvPr>
          <p:cNvCxnSpPr>
            <a:cxnSpLocks/>
            <a:stCxn id="190" idx="4"/>
          </p:cNvCxnSpPr>
          <p:nvPr/>
        </p:nvCxnSpPr>
        <p:spPr>
          <a:xfrm flipH="1">
            <a:off x="5297189" y="3824095"/>
            <a:ext cx="4509" cy="62490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F2FC071D-FA32-4A23-92BA-163FA9BFCF66}"/>
              </a:ext>
            </a:extLst>
          </p:cNvPr>
          <p:cNvGrpSpPr/>
          <p:nvPr/>
        </p:nvGrpSpPr>
        <p:grpSpPr>
          <a:xfrm>
            <a:off x="7274817" y="3730531"/>
            <a:ext cx="4118295" cy="2838643"/>
            <a:chOff x="3604249" y="2233340"/>
            <a:chExt cx="2699699" cy="2838643"/>
          </a:xfrm>
        </p:grpSpPr>
        <p:sp>
          <p:nvSpPr>
            <p:cNvPr id="200" name="사각형: 둥근 모서리 199">
              <a:extLst>
                <a:ext uri="{FF2B5EF4-FFF2-40B4-BE49-F238E27FC236}">
                  <a16:creationId xmlns:a16="http://schemas.microsoft.com/office/drawing/2014/main" id="{98DB0C0A-A01D-4CB2-9715-656A4F0DA71C}"/>
                </a:ext>
              </a:extLst>
            </p:cNvPr>
            <p:cNvSpPr/>
            <p:nvPr/>
          </p:nvSpPr>
          <p:spPr>
            <a:xfrm>
              <a:off x="3604249" y="2410367"/>
              <a:ext cx="2699699" cy="26616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처리 7">
              <a:extLst>
                <a:ext uri="{FF2B5EF4-FFF2-40B4-BE49-F238E27FC236}">
                  <a16:creationId xmlns:a16="http://schemas.microsoft.com/office/drawing/2014/main" id="{FCB7238B-656F-41C2-8BFE-A7DB8A6047FA}"/>
                </a:ext>
              </a:extLst>
            </p:cNvPr>
            <p:cNvSpPr/>
            <p:nvPr/>
          </p:nvSpPr>
          <p:spPr>
            <a:xfrm>
              <a:off x="4232671" y="2233340"/>
              <a:ext cx="1442854" cy="322997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Combi Decoder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CF71FBAE-D5AF-4A03-B599-9EEA7B1C706A}"/>
              </a:ext>
            </a:extLst>
          </p:cNvPr>
          <p:cNvGrpSpPr/>
          <p:nvPr/>
        </p:nvGrpSpPr>
        <p:grpSpPr>
          <a:xfrm>
            <a:off x="7274817" y="759535"/>
            <a:ext cx="4118295" cy="2838643"/>
            <a:chOff x="3604249" y="2233340"/>
            <a:chExt cx="2699699" cy="2838643"/>
          </a:xfrm>
        </p:grpSpPr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E65C6FEB-DC57-4457-9EF3-CF71F49217D6}"/>
                </a:ext>
              </a:extLst>
            </p:cNvPr>
            <p:cNvSpPr/>
            <p:nvPr/>
          </p:nvSpPr>
          <p:spPr>
            <a:xfrm>
              <a:off x="3604249" y="2410367"/>
              <a:ext cx="2699699" cy="26616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처리 7">
              <a:extLst>
                <a:ext uri="{FF2B5EF4-FFF2-40B4-BE49-F238E27FC236}">
                  <a16:creationId xmlns:a16="http://schemas.microsoft.com/office/drawing/2014/main" id="{C4ED7460-4A79-4A41-ABC2-DBD898274EF3}"/>
                </a:ext>
              </a:extLst>
            </p:cNvPr>
            <p:cNvSpPr/>
            <p:nvPr/>
          </p:nvSpPr>
          <p:spPr>
            <a:xfrm>
              <a:off x="4232671" y="2233340"/>
              <a:ext cx="1442854" cy="322997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Preference Decoder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460AE419-0B95-4CE2-B60F-665D8DC6D9AF}"/>
              </a:ext>
            </a:extLst>
          </p:cNvPr>
          <p:cNvGrpSpPr/>
          <p:nvPr/>
        </p:nvGrpSpPr>
        <p:grpSpPr>
          <a:xfrm>
            <a:off x="889424" y="2108863"/>
            <a:ext cx="2699699" cy="3210771"/>
            <a:chOff x="400050" y="2294679"/>
            <a:chExt cx="2699699" cy="3210771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9B3EEF53-11A4-495E-9C55-1F23DBF233FA}"/>
                </a:ext>
              </a:extLst>
            </p:cNvPr>
            <p:cNvSpPr/>
            <p:nvPr/>
          </p:nvSpPr>
          <p:spPr>
            <a:xfrm>
              <a:off x="400050" y="2447925"/>
              <a:ext cx="2699699" cy="30575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처리 7">
              <a:extLst>
                <a:ext uri="{FF2B5EF4-FFF2-40B4-BE49-F238E27FC236}">
                  <a16:creationId xmlns:a16="http://schemas.microsoft.com/office/drawing/2014/main" id="{5ACDB44D-5C5F-4C05-87AE-152A82CE0512}"/>
                </a:ext>
              </a:extLst>
            </p:cNvPr>
            <p:cNvSpPr/>
            <p:nvPr/>
          </p:nvSpPr>
          <p:spPr>
            <a:xfrm>
              <a:off x="978511" y="2294679"/>
              <a:ext cx="1542776" cy="322997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Input Graph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_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설명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C91F4A-C1B2-45E6-BF30-BA8B01E57C74}"/>
              </a:ext>
            </a:extLst>
          </p:cNvPr>
          <p:cNvSpPr/>
          <p:nvPr/>
        </p:nvSpPr>
        <p:spPr>
          <a:xfrm>
            <a:off x="940524" y="3380358"/>
            <a:ext cx="443738" cy="4437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U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A139C2A-82E9-453C-92FF-F4AB23381CB4}"/>
              </a:ext>
            </a:extLst>
          </p:cNvPr>
          <p:cNvSpPr/>
          <p:nvPr/>
        </p:nvSpPr>
        <p:spPr>
          <a:xfrm>
            <a:off x="1877282" y="3380358"/>
            <a:ext cx="443738" cy="443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F57128-D910-42A4-B855-16C581C45E43}"/>
              </a:ext>
            </a:extLst>
          </p:cNvPr>
          <p:cNvSpPr/>
          <p:nvPr/>
        </p:nvSpPr>
        <p:spPr>
          <a:xfrm>
            <a:off x="2368214" y="2834843"/>
            <a:ext cx="443738" cy="4437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>
                <a:solidFill>
                  <a:sysClr val="windowText" lastClr="000000"/>
                </a:solidFill>
              </a:rPr>
              <a:t>U</a:t>
            </a:r>
            <a:endParaRPr lang="ko-KR" altLang="en-US" b="1">
              <a:solidFill>
                <a:sysClr val="windowText" lastClr="00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8FCEEFB-7D98-45C8-86A0-EDFC390E93C6}"/>
              </a:ext>
            </a:extLst>
          </p:cNvPr>
          <p:cNvSpPr/>
          <p:nvPr/>
        </p:nvSpPr>
        <p:spPr>
          <a:xfrm>
            <a:off x="2793704" y="3380358"/>
            <a:ext cx="443738" cy="443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8FD28D3-119A-4356-BED2-1C03828B1C83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384262" y="3602227"/>
            <a:ext cx="4930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F7502C4-2698-465E-94AF-7915CE345949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2256036" y="3278580"/>
            <a:ext cx="112178" cy="166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8460782-4132-410E-B747-C23BF1A3739C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>
            <a:off x="2321020" y="3602227"/>
            <a:ext cx="47268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4" name="오각형 43">
            <a:extLst>
              <a:ext uri="{FF2B5EF4-FFF2-40B4-BE49-F238E27FC236}">
                <a16:creationId xmlns:a16="http://schemas.microsoft.com/office/drawing/2014/main" id="{32E9990F-D959-4342-82DE-ADE6E7A29E1D}"/>
              </a:ext>
            </a:extLst>
          </p:cNvPr>
          <p:cNvSpPr/>
          <p:nvPr/>
        </p:nvSpPr>
        <p:spPr>
          <a:xfrm>
            <a:off x="1373238" y="2834843"/>
            <a:ext cx="443738" cy="443737"/>
          </a:xfrm>
          <a:prstGeom prst="pent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48" name="다이아몬드 47">
            <a:extLst>
              <a:ext uri="{FF2B5EF4-FFF2-40B4-BE49-F238E27FC236}">
                <a16:creationId xmlns:a16="http://schemas.microsoft.com/office/drawing/2014/main" id="{82D2F274-4BE2-4CDA-8904-A7C045AF0BF9}"/>
              </a:ext>
            </a:extLst>
          </p:cNvPr>
          <p:cNvSpPr/>
          <p:nvPr/>
        </p:nvSpPr>
        <p:spPr>
          <a:xfrm>
            <a:off x="1373238" y="3933719"/>
            <a:ext cx="443738" cy="443737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52" name="오각형 51">
            <a:extLst>
              <a:ext uri="{FF2B5EF4-FFF2-40B4-BE49-F238E27FC236}">
                <a16:creationId xmlns:a16="http://schemas.microsoft.com/office/drawing/2014/main" id="{AED9093C-53D8-4677-8A52-9AD63412D779}"/>
              </a:ext>
            </a:extLst>
          </p:cNvPr>
          <p:cNvSpPr/>
          <p:nvPr/>
        </p:nvSpPr>
        <p:spPr>
          <a:xfrm>
            <a:off x="2368214" y="3933719"/>
            <a:ext cx="443738" cy="443737"/>
          </a:xfrm>
          <a:prstGeom prst="pent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C0CA986-FA9A-4D3C-A672-61A180F6AB2B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1751992" y="3213596"/>
            <a:ext cx="190274" cy="2317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D3F6F44-96D3-4A39-819A-7BDC9E8B8492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1751992" y="3759111"/>
            <a:ext cx="190274" cy="23959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23631B1-9EE6-40F2-860C-2C8D6081078E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2746968" y="3759111"/>
            <a:ext cx="111720" cy="2395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5" name="육각형 74">
            <a:extLst>
              <a:ext uri="{FF2B5EF4-FFF2-40B4-BE49-F238E27FC236}">
                <a16:creationId xmlns:a16="http://schemas.microsoft.com/office/drawing/2014/main" id="{B24B4772-D966-4677-8F91-114C5EBB6653}"/>
              </a:ext>
            </a:extLst>
          </p:cNvPr>
          <p:cNvSpPr/>
          <p:nvPr/>
        </p:nvSpPr>
        <p:spPr>
          <a:xfrm>
            <a:off x="1872773" y="4448999"/>
            <a:ext cx="443738" cy="44373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2776C6B2-9C7A-40B7-BD95-3D91870FBFFC}"/>
              </a:ext>
            </a:extLst>
          </p:cNvPr>
          <p:cNvSpPr/>
          <p:nvPr/>
        </p:nvSpPr>
        <p:spPr>
          <a:xfrm>
            <a:off x="2764835" y="4448999"/>
            <a:ext cx="443738" cy="443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E6A4C184-FFFA-457C-A17E-AD3C09FF1BC7}"/>
              </a:ext>
            </a:extLst>
          </p:cNvPr>
          <p:cNvCxnSpPr>
            <a:cxnSpLocks/>
            <a:stCxn id="165" idx="2"/>
          </p:cNvCxnSpPr>
          <p:nvPr/>
        </p:nvCxnSpPr>
        <p:spPr>
          <a:xfrm flipH="1">
            <a:off x="2316511" y="4670868"/>
            <a:ext cx="4483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A0292BDD-BFA5-4EF3-9E16-677F993AAABC}"/>
              </a:ext>
            </a:extLst>
          </p:cNvPr>
          <p:cNvCxnSpPr>
            <a:cxnSpLocks/>
            <a:stCxn id="165" idx="1"/>
          </p:cNvCxnSpPr>
          <p:nvPr/>
        </p:nvCxnSpPr>
        <p:spPr>
          <a:xfrm flipH="1" flipV="1">
            <a:off x="2746968" y="4312472"/>
            <a:ext cx="82851" cy="2015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B1E98AD-8C4B-4279-A5CD-F1AA82A0CE1B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2094642" y="3824095"/>
            <a:ext cx="4509" cy="62490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E6942C2D-2951-4699-83D8-A36C17DCC32C}"/>
              </a:ext>
            </a:extLst>
          </p:cNvPr>
          <p:cNvGraphicFramePr>
            <a:graphicFrameLocks noGrp="1"/>
          </p:cNvGraphicFramePr>
          <p:nvPr/>
        </p:nvGraphicFramePr>
        <p:xfrm>
          <a:off x="2896158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044B741C-A8BE-4EA1-982B-E8F29C1E87BB}"/>
              </a:ext>
            </a:extLst>
          </p:cNvPr>
          <p:cNvGraphicFramePr>
            <a:graphicFrameLocks noGrp="1"/>
          </p:cNvGraphicFramePr>
          <p:nvPr/>
        </p:nvGraphicFramePr>
        <p:xfrm>
          <a:off x="1085283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1CD4DB37-611A-493D-B930-CD28D386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067825"/>
              </p:ext>
            </p:extLst>
          </p:nvPr>
        </p:nvGraphicFramePr>
        <p:xfrm>
          <a:off x="2449614" y="319904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EE3B8019-F814-457A-A845-A13BAD9C9EF6}"/>
              </a:ext>
            </a:extLst>
          </p:cNvPr>
          <p:cNvGraphicFramePr>
            <a:graphicFrameLocks noGrp="1"/>
          </p:cNvGraphicFramePr>
          <p:nvPr/>
        </p:nvGraphicFramePr>
        <p:xfrm>
          <a:off x="5188552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0815E8CC-0486-4C96-AD3A-91731912B380}"/>
              </a:ext>
            </a:extLst>
          </p:cNvPr>
          <p:cNvGraphicFramePr>
            <a:graphicFrameLocks noGrp="1"/>
          </p:cNvGraphicFramePr>
          <p:nvPr/>
        </p:nvGraphicFramePr>
        <p:xfrm>
          <a:off x="4235323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E74AAF66-CF09-4E9D-BF65-CABB423A1DD9}"/>
              </a:ext>
            </a:extLst>
          </p:cNvPr>
          <p:cNvGraphicFramePr>
            <a:graphicFrameLocks noGrp="1"/>
          </p:cNvGraphicFramePr>
          <p:nvPr/>
        </p:nvGraphicFramePr>
        <p:xfrm>
          <a:off x="5648944" y="3206175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3110370E-FCCA-431E-B1F5-E88348FEDCE7}"/>
              </a:ext>
            </a:extLst>
          </p:cNvPr>
          <p:cNvSpPr/>
          <p:nvPr/>
        </p:nvSpPr>
        <p:spPr>
          <a:xfrm>
            <a:off x="3705598" y="3347157"/>
            <a:ext cx="277355" cy="7750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3" name="표 132">
            <a:extLst>
              <a:ext uri="{FF2B5EF4-FFF2-40B4-BE49-F238E27FC236}">
                <a16:creationId xmlns:a16="http://schemas.microsoft.com/office/drawing/2014/main" id="{FBA67D1C-DFA6-4B7D-A96A-24BE926EC79D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2750878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34" name="표 133">
            <a:extLst>
              <a:ext uri="{FF2B5EF4-FFF2-40B4-BE49-F238E27FC236}">
                <a16:creationId xmlns:a16="http://schemas.microsoft.com/office/drawing/2014/main" id="{E0D1588F-CB9F-4175-A28E-4C4787E7D45D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1652916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6D95FE4D-038F-4DCD-8A46-85F1908C23EE}"/>
              </a:ext>
            </a:extLst>
          </p:cNvPr>
          <p:cNvCxnSpPr>
            <a:cxnSpLocks/>
            <a:endCxn id="134" idx="1"/>
          </p:cNvCxnSpPr>
          <p:nvPr/>
        </p:nvCxnSpPr>
        <p:spPr>
          <a:xfrm rot="5400000" flipH="1" flipV="1">
            <a:off x="6051743" y="1505274"/>
            <a:ext cx="1070457" cy="158868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97345C58-5CC5-488C-81AD-C6DDCB24EB32}"/>
              </a:ext>
            </a:extLst>
          </p:cNvPr>
          <p:cNvCxnSpPr>
            <a:cxnSpLocks/>
            <a:endCxn id="133" idx="1"/>
          </p:cNvCxnSpPr>
          <p:nvPr/>
        </p:nvCxnSpPr>
        <p:spPr>
          <a:xfrm flipV="1">
            <a:off x="6439989" y="2862348"/>
            <a:ext cx="941323" cy="73987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49D8CFA3-FE3E-448D-8358-DA9C6CA02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25898"/>
              </p:ext>
            </p:extLst>
          </p:nvPr>
        </p:nvGraphicFramePr>
        <p:xfrm>
          <a:off x="8737887" y="1204151"/>
          <a:ext cx="203915" cy="22294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77878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95675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83151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344479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2437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570222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243140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8912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934528"/>
                  </a:ext>
                </a:extLst>
              </a:tr>
            </a:tbl>
          </a:graphicData>
        </a:graphic>
      </p:graphicFrame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44429FE0-31EB-4999-BC2B-53888E8DC915}"/>
              </a:ext>
            </a:extLst>
          </p:cNvPr>
          <p:cNvCxnSpPr/>
          <p:nvPr/>
        </p:nvCxnSpPr>
        <p:spPr>
          <a:xfrm>
            <a:off x="8451685" y="1759745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2951261F-E536-4EB1-BB1A-A3100CE21FAF}"/>
              </a:ext>
            </a:extLst>
          </p:cNvPr>
          <p:cNvCxnSpPr/>
          <p:nvPr/>
        </p:nvCxnSpPr>
        <p:spPr>
          <a:xfrm>
            <a:off x="8451685" y="2856270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화살표: 오른쪽 160">
            <a:extLst>
              <a:ext uri="{FF2B5EF4-FFF2-40B4-BE49-F238E27FC236}">
                <a16:creationId xmlns:a16="http://schemas.microsoft.com/office/drawing/2014/main" id="{5838826E-E467-4736-A3B9-91946CF7D294}"/>
              </a:ext>
            </a:extLst>
          </p:cNvPr>
          <p:cNvSpPr/>
          <p:nvPr/>
        </p:nvSpPr>
        <p:spPr>
          <a:xfrm rot="19658591">
            <a:off x="6825877" y="2181350"/>
            <a:ext cx="392030" cy="3833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CCAC10AD-69E0-48C4-B9B7-21593DA8A610}"/>
              </a:ext>
            </a:extLst>
          </p:cNvPr>
          <p:cNvGraphicFramePr>
            <a:graphicFrameLocks noGrp="1"/>
          </p:cNvGraphicFramePr>
          <p:nvPr/>
        </p:nvGraphicFramePr>
        <p:xfrm>
          <a:off x="2896158" y="4823697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35C39BD9-04CC-406F-8B7F-A27924E673A9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5721874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04" name="표 203">
            <a:extLst>
              <a:ext uri="{FF2B5EF4-FFF2-40B4-BE49-F238E27FC236}">
                <a16:creationId xmlns:a16="http://schemas.microsoft.com/office/drawing/2014/main" id="{184B05E8-19B6-4A90-B4D7-3E2FB9B99149}"/>
              </a:ext>
            </a:extLst>
          </p:cNvPr>
          <p:cNvGraphicFramePr>
            <a:graphicFrameLocks noGrp="1"/>
          </p:cNvGraphicFramePr>
          <p:nvPr/>
        </p:nvGraphicFramePr>
        <p:xfrm>
          <a:off x="8737887" y="4175147"/>
          <a:ext cx="203915" cy="22294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2437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570222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243140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8912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93452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354949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995011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68583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4278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92334"/>
                  </a:ext>
                </a:extLst>
              </a:tr>
            </a:tbl>
          </a:graphicData>
        </a:graphic>
      </p:graphicFrame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5DAD9AFD-380F-4C02-9783-F0F0A2895E5F}"/>
              </a:ext>
            </a:extLst>
          </p:cNvPr>
          <p:cNvCxnSpPr/>
          <p:nvPr/>
        </p:nvCxnSpPr>
        <p:spPr>
          <a:xfrm>
            <a:off x="8451685" y="4730741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C35EF7DE-9AFA-45C2-905D-C4C4FD3414C0}"/>
              </a:ext>
            </a:extLst>
          </p:cNvPr>
          <p:cNvCxnSpPr/>
          <p:nvPr/>
        </p:nvCxnSpPr>
        <p:spPr>
          <a:xfrm>
            <a:off x="8451685" y="5827266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연결선: 꺾임 206">
            <a:extLst>
              <a:ext uri="{FF2B5EF4-FFF2-40B4-BE49-F238E27FC236}">
                <a16:creationId xmlns:a16="http://schemas.microsoft.com/office/drawing/2014/main" id="{DBA8FC84-D378-493C-894E-825A85806708}"/>
              </a:ext>
            </a:extLst>
          </p:cNvPr>
          <p:cNvCxnSpPr>
            <a:cxnSpLocks/>
            <a:endCxn id="218" idx="1"/>
          </p:cNvCxnSpPr>
          <p:nvPr/>
        </p:nvCxnSpPr>
        <p:spPr>
          <a:xfrm>
            <a:off x="6439989" y="3602227"/>
            <a:ext cx="941323" cy="113560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0" name="연결선: 꺾임 209">
            <a:extLst>
              <a:ext uri="{FF2B5EF4-FFF2-40B4-BE49-F238E27FC236}">
                <a16:creationId xmlns:a16="http://schemas.microsoft.com/office/drawing/2014/main" id="{B88FC956-7390-4982-A860-8CD87303C19D}"/>
              </a:ext>
            </a:extLst>
          </p:cNvPr>
          <p:cNvCxnSpPr>
            <a:cxnSpLocks/>
            <a:endCxn id="202" idx="1"/>
          </p:cNvCxnSpPr>
          <p:nvPr/>
        </p:nvCxnSpPr>
        <p:spPr>
          <a:xfrm rot="16200000" flipH="1">
            <a:off x="6314977" y="4767009"/>
            <a:ext cx="940608" cy="119206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218" name="표 217">
            <a:extLst>
              <a:ext uri="{FF2B5EF4-FFF2-40B4-BE49-F238E27FC236}">
                <a16:creationId xmlns:a16="http://schemas.microsoft.com/office/drawing/2014/main" id="{DDFC9A2D-103E-472C-A483-F6562A200716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4626357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32306C4E-FFC3-42F1-9354-6381AF020DD9}"/>
              </a:ext>
            </a:extLst>
          </p:cNvPr>
          <p:cNvGraphicFramePr>
            <a:graphicFrameLocks noGrp="1"/>
          </p:cNvGraphicFramePr>
          <p:nvPr/>
        </p:nvGraphicFramePr>
        <p:xfrm>
          <a:off x="1974252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181" name="자유형: 도형 180">
            <a:extLst>
              <a:ext uri="{FF2B5EF4-FFF2-40B4-BE49-F238E27FC236}">
                <a16:creationId xmlns:a16="http://schemas.microsoft.com/office/drawing/2014/main" id="{39851400-9EA7-46D2-BFED-662B6CD9686E}"/>
              </a:ext>
            </a:extLst>
          </p:cNvPr>
          <p:cNvSpPr/>
          <p:nvPr/>
        </p:nvSpPr>
        <p:spPr>
          <a:xfrm>
            <a:off x="5055821" y="3241622"/>
            <a:ext cx="111128" cy="152697"/>
          </a:xfrm>
          <a:custGeom>
            <a:avLst/>
            <a:gdLst>
              <a:gd name="connsiteX0" fmla="*/ 0 w 648848"/>
              <a:gd name="connsiteY0" fmla="*/ 0 h 895350"/>
              <a:gd name="connsiteX1" fmla="*/ 9525 w 648848"/>
              <a:gd name="connsiteY1" fmla="*/ 66675 h 895350"/>
              <a:gd name="connsiteX2" fmla="*/ 28575 w 648848"/>
              <a:gd name="connsiteY2" fmla="*/ 133350 h 895350"/>
              <a:gd name="connsiteX3" fmla="*/ 38100 w 648848"/>
              <a:gd name="connsiteY3" fmla="*/ 209550 h 895350"/>
              <a:gd name="connsiteX4" fmla="*/ 209550 w 648848"/>
              <a:gd name="connsiteY4" fmla="*/ 247650 h 895350"/>
              <a:gd name="connsiteX5" fmla="*/ 219075 w 648848"/>
              <a:gd name="connsiteY5" fmla="*/ 390525 h 895350"/>
              <a:gd name="connsiteX6" fmla="*/ 247650 w 648848"/>
              <a:gd name="connsiteY6" fmla="*/ 419100 h 895350"/>
              <a:gd name="connsiteX7" fmla="*/ 276225 w 648848"/>
              <a:gd name="connsiteY7" fmla="*/ 457200 h 895350"/>
              <a:gd name="connsiteX8" fmla="*/ 295275 w 648848"/>
              <a:gd name="connsiteY8" fmla="*/ 485775 h 895350"/>
              <a:gd name="connsiteX9" fmla="*/ 361950 w 648848"/>
              <a:gd name="connsiteY9" fmla="*/ 523875 h 895350"/>
              <a:gd name="connsiteX10" fmla="*/ 419100 w 648848"/>
              <a:gd name="connsiteY10" fmla="*/ 552450 h 895350"/>
              <a:gd name="connsiteX11" fmla="*/ 428625 w 648848"/>
              <a:gd name="connsiteY11" fmla="*/ 581025 h 895350"/>
              <a:gd name="connsiteX12" fmla="*/ 504825 w 648848"/>
              <a:gd name="connsiteY12" fmla="*/ 609600 h 895350"/>
              <a:gd name="connsiteX13" fmla="*/ 514350 w 648848"/>
              <a:gd name="connsiteY13" fmla="*/ 638175 h 895350"/>
              <a:gd name="connsiteX14" fmla="*/ 523875 w 648848"/>
              <a:gd name="connsiteY14" fmla="*/ 762000 h 895350"/>
              <a:gd name="connsiteX15" fmla="*/ 581025 w 648848"/>
              <a:gd name="connsiteY15" fmla="*/ 771525 h 895350"/>
              <a:gd name="connsiteX16" fmla="*/ 609600 w 648848"/>
              <a:gd name="connsiteY16" fmla="*/ 781050 h 895350"/>
              <a:gd name="connsiteX17" fmla="*/ 638175 w 648848"/>
              <a:gd name="connsiteY17" fmla="*/ 809625 h 895350"/>
              <a:gd name="connsiteX18" fmla="*/ 647700 w 648848"/>
              <a:gd name="connsiteY18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8848" h="895350">
                <a:moveTo>
                  <a:pt x="0" y="0"/>
                </a:moveTo>
                <a:cubicBezTo>
                  <a:pt x="3175" y="22225"/>
                  <a:pt x="5509" y="44586"/>
                  <a:pt x="9525" y="66675"/>
                </a:cubicBezTo>
                <a:cubicBezTo>
                  <a:pt x="14309" y="92987"/>
                  <a:pt x="20414" y="108867"/>
                  <a:pt x="28575" y="133350"/>
                </a:cubicBezTo>
                <a:cubicBezTo>
                  <a:pt x="31750" y="158750"/>
                  <a:pt x="33521" y="184365"/>
                  <a:pt x="38100" y="209550"/>
                </a:cubicBezTo>
                <a:cubicBezTo>
                  <a:pt x="52491" y="288699"/>
                  <a:pt x="103474" y="241410"/>
                  <a:pt x="209550" y="247650"/>
                </a:cubicBezTo>
                <a:cubicBezTo>
                  <a:pt x="212725" y="295275"/>
                  <a:pt x="208721" y="343931"/>
                  <a:pt x="219075" y="390525"/>
                </a:cubicBezTo>
                <a:cubicBezTo>
                  <a:pt x="221997" y="403675"/>
                  <a:pt x="238884" y="408873"/>
                  <a:pt x="247650" y="419100"/>
                </a:cubicBezTo>
                <a:cubicBezTo>
                  <a:pt x="257981" y="431153"/>
                  <a:pt x="266998" y="444282"/>
                  <a:pt x="276225" y="457200"/>
                </a:cubicBezTo>
                <a:cubicBezTo>
                  <a:pt x="282879" y="466515"/>
                  <a:pt x="287180" y="477680"/>
                  <a:pt x="295275" y="485775"/>
                </a:cubicBezTo>
                <a:cubicBezTo>
                  <a:pt x="310746" y="501246"/>
                  <a:pt x="344519" y="513914"/>
                  <a:pt x="361950" y="523875"/>
                </a:cubicBezTo>
                <a:cubicBezTo>
                  <a:pt x="413651" y="553418"/>
                  <a:pt x="366709" y="534986"/>
                  <a:pt x="419100" y="552450"/>
                </a:cubicBezTo>
                <a:cubicBezTo>
                  <a:pt x="422275" y="561975"/>
                  <a:pt x="422353" y="573185"/>
                  <a:pt x="428625" y="581025"/>
                </a:cubicBezTo>
                <a:cubicBezTo>
                  <a:pt x="447312" y="604384"/>
                  <a:pt x="479009" y="604437"/>
                  <a:pt x="504825" y="609600"/>
                </a:cubicBezTo>
                <a:cubicBezTo>
                  <a:pt x="508000" y="619125"/>
                  <a:pt x="513105" y="628212"/>
                  <a:pt x="514350" y="638175"/>
                </a:cubicBezTo>
                <a:cubicBezTo>
                  <a:pt x="519485" y="679252"/>
                  <a:pt x="505362" y="724973"/>
                  <a:pt x="523875" y="762000"/>
                </a:cubicBezTo>
                <a:cubicBezTo>
                  <a:pt x="532512" y="779274"/>
                  <a:pt x="562172" y="767335"/>
                  <a:pt x="581025" y="771525"/>
                </a:cubicBezTo>
                <a:cubicBezTo>
                  <a:pt x="590826" y="773703"/>
                  <a:pt x="600075" y="777875"/>
                  <a:pt x="609600" y="781050"/>
                </a:cubicBezTo>
                <a:cubicBezTo>
                  <a:pt x="619125" y="790575"/>
                  <a:pt x="630703" y="798417"/>
                  <a:pt x="638175" y="809625"/>
                </a:cubicBezTo>
                <a:cubicBezTo>
                  <a:pt x="653724" y="832949"/>
                  <a:pt x="647700" y="872413"/>
                  <a:pt x="647700" y="89535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2" name="자유형: 도형 181">
            <a:extLst>
              <a:ext uri="{FF2B5EF4-FFF2-40B4-BE49-F238E27FC236}">
                <a16:creationId xmlns:a16="http://schemas.microsoft.com/office/drawing/2014/main" id="{827C3704-860E-4D00-A435-E44B1F0251EC}"/>
              </a:ext>
            </a:extLst>
          </p:cNvPr>
          <p:cNvSpPr/>
          <p:nvPr/>
        </p:nvSpPr>
        <p:spPr>
          <a:xfrm rot="15310652">
            <a:off x="5444264" y="3175886"/>
            <a:ext cx="124445" cy="212084"/>
          </a:xfrm>
          <a:custGeom>
            <a:avLst/>
            <a:gdLst>
              <a:gd name="connsiteX0" fmla="*/ 0 w 648848"/>
              <a:gd name="connsiteY0" fmla="*/ 0 h 895350"/>
              <a:gd name="connsiteX1" fmla="*/ 9525 w 648848"/>
              <a:gd name="connsiteY1" fmla="*/ 66675 h 895350"/>
              <a:gd name="connsiteX2" fmla="*/ 28575 w 648848"/>
              <a:gd name="connsiteY2" fmla="*/ 133350 h 895350"/>
              <a:gd name="connsiteX3" fmla="*/ 38100 w 648848"/>
              <a:gd name="connsiteY3" fmla="*/ 209550 h 895350"/>
              <a:gd name="connsiteX4" fmla="*/ 209550 w 648848"/>
              <a:gd name="connsiteY4" fmla="*/ 247650 h 895350"/>
              <a:gd name="connsiteX5" fmla="*/ 219075 w 648848"/>
              <a:gd name="connsiteY5" fmla="*/ 390525 h 895350"/>
              <a:gd name="connsiteX6" fmla="*/ 247650 w 648848"/>
              <a:gd name="connsiteY6" fmla="*/ 419100 h 895350"/>
              <a:gd name="connsiteX7" fmla="*/ 276225 w 648848"/>
              <a:gd name="connsiteY7" fmla="*/ 457200 h 895350"/>
              <a:gd name="connsiteX8" fmla="*/ 295275 w 648848"/>
              <a:gd name="connsiteY8" fmla="*/ 485775 h 895350"/>
              <a:gd name="connsiteX9" fmla="*/ 361950 w 648848"/>
              <a:gd name="connsiteY9" fmla="*/ 523875 h 895350"/>
              <a:gd name="connsiteX10" fmla="*/ 419100 w 648848"/>
              <a:gd name="connsiteY10" fmla="*/ 552450 h 895350"/>
              <a:gd name="connsiteX11" fmla="*/ 428625 w 648848"/>
              <a:gd name="connsiteY11" fmla="*/ 581025 h 895350"/>
              <a:gd name="connsiteX12" fmla="*/ 504825 w 648848"/>
              <a:gd name="connsiteY12" fmla="*/ 609600 h 895350"/>
              <a:gd name="connsiteX13" fmla="*/ 514350 w 648848"/>
              <a:gd name="connsiteY13" fmla="*/ 638175 h 895350"/>
              <a:gd name="connsiteX14" fmla="*/ 523875 w 648848"/>
              <a:gd name="connsiteY14" fmla="*/ 762000 h 895350"/>
              <a:gd name="connsiteX15" fmla="*/ 581025 w 648848"/>
              <a:gd name="connsiteY15" fmla="*/ 771525 h 895350"/>
              <a:gd name="connsiteX16" fmla="*/ 609600 w 648848"/>
              <a:gd name="connsiteY16" fmla="*/ 781050 h 895350"/>
              <a:gd name="connsiteX17" fmla="*/ 638175 w 648848"/>
              <a:gd name="connsiteY17" fmla="*/ 809625 h 895350"/>
              <a:gd name="connsiteX18" fmla="*/ 647700 w 648848"/>
              <a:gd name="connsiteY18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8848" h="895350">
                <a:moveTo>
                  <a:pt x="0" y="0"/>
                </a:moveTo>
                <a:cubicBezTo>
                  <a:pt x="3175" y="22225"/>
                  <a:pt x="5509" y="44586"/>
                  <a:pt x="9525" y="66675"/>
                </a:cubicBezTo>
                <a:cubicBezTo>
                  <a:pt x="14309" y="92987"/>
                  <a:pt x="20414" y="108867"/>
                  <a:pt x="28575" y="133350"/>
                </a:cubicBezTo>
                <a:cubicBezTo>
                  <a:pt x="31750" y="158750"/>
                  <a:pt x="33521" y="184365"/>
                  <a:pt x="38100" y="209550"/>
                </a:cubicBezTo>
                <a:cubicBezTo>
                  <a:pt x="52491" y="288699"/>
                  <a:pt x="103474" y="241410"/>
                  <a:pt x="209550" y="247650"/>
                </a:cubicBezTo>
                <a:cubicBezTo>
                  <a:pt x="212725" y="295275"/>
                  <a:pt x="208721" y="343931"/>
                  <a:pt x="219075" y="390525"/>
                </a:cubicBezTo>
                <a:cubicBezTo>
                  <a:pt x="221997" y="403675"/>
                  <a:pt x="238884" y="408873"/>
                  <a:pt x="247650" y="419100"/>
                </a:cubicBezTo>
                <a:cubicBezTo>
                  <a:pt x="257981" y="431153"/>
                  <a:pt x="266998" y="444282"/>
                  <a:pt x="276225" y="457200"/>
                </a:cubicBezTo>
                <a:cubicBezTo>
                  <a:pt x="282879" y="466515"/>
                  <a:pt x="287180" y="477680"/>
                  <a:pt x="295275" y="485775"/>
                </a:cubicBezTo>
                <a:cubicBezTo>
                  <a:pt x="310746" y="501246"/>
                  <a:pt x="344519" y="513914"/>
                  <a:pt x="361950" y="523875"/>
                </a:cubicBezTo>
                <a:cubicBezTo>
                  <a:pt x="413651" y="553418"/>
                  <a:pt x="366709" y="534986"/>
                  <a:pt x="419100" y="552450"/>
                </a:cubicBezTo>
                <a:cubicBezTo>
                  <a:pt x="422275" y="561975"/>
                  <a:pt x="422353" y="573185"/>
                  <a:pt x="428625" y="581025"/>
                </a:cubicBezTo>
                <a:cubicBezTo>
                  <a:pt x="447312" y="604384"/>
                  <a:pt x="479009" y="604437"/>
                  <a:pt x="504825" y="609600"/>
                </a:cubicBezTo>
                <a:cubicBezTo>
                  <a:pt x="508000" y="619125"/>
                  <a:pt x="513105" y="628212"/>
                  <a:pt x="514350" y="638175"/>
                </a:cubicBezTo>
                <a:cubicBezTo>
                  <a:pt x="519485" y="679252"/>
                  <a:pt x="505362" y="724973"/>
                  <a:pt x="523875" y="762000"/>
                </a:cubicBezTo>
                <a:cubicBezTo>
                  <a:pt x="532512" y="779274"/>
                  <a:pt x="562172" y="767335"/>
                  <a:pt x="581025" y="771525"/>
                </a:cubicBezTo>
                <a:cubicBezTo>
                  <a:pt x="590826" y="773703"/>
                  <a:pt x="600075" y="777875"/>
                  <a:pt x="609600" y="781050"/>
                </a:cubicBezTo>
                <a:cubicBezTo>
                  <a:pt x="619125" y="790575"/>
                  <a:pt x="630703" y="798417"/>
                  <a:pt x="638175" y="809625"/>
                </a:cubicBezTo>
                <a:cubicBezTo>
                  <a:pt x="653724" y="832949"/>
                  <a:pt x="647700" y="872413"/>
                  <a:pt x="647700" y="89535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3" name="자유형: 도형 182">
            <a:extLst>
              <a:ext uri="{FF2B5EF4-FFF2-40B4-BE49-F238E27FC236}">
                <a16:creationId xmlns:a16="http://schemas.microsoft.com/office/drawing/2014/main" id="{416B0D3A-FE26-484C-9C24-3B2C8C95D676}"/>
              </a:ext>
            </a:extLst>
          </p:cNvPr>
          <p:cNvSpPr/>
          <p:nvPr/>
        </p:nvSpPr>
        <p:spPr>
          <a:xfrm>
            <a:off x="4631856" y="3530916"/>
            <a:ext cx="341915" cy="45719"/>
          </a:xfrm>
          <a:custGeom>
            <a:avLst/>
            <a:gdLst>
              <a:gd name="connsiteX0" fmla="*/ 0 w 812800"/>
              <a:gd name="connsiteY0" fmla="*/ 63500 h 63500"/>
              <a:gd name="connsiteX1" fmla="*/ 15875 w 812800"/>
              <a:gd name="connsiteY1" fmla="*/ 57150 h 63500"/>
              <a:gd name="connsiteX2" fmla="*/ 38100 w 812800"/>
              <a:gd name="connsiteY2" fmla="*/ 50800 h 63500"/>
              <a:gd name="connsiteX3" fmla="*/ 47625 w 812800"/>
              <a:gd name="connsiteY3" fmla="*/ 44450 h 63500"/>
              <a:gd name="connsiteX4" fmla="*/ 79375 w 812800"/>
              <a:gd name="connsiteY4" fmla="*/ 38100 h 63500"/>
              <a:gd name="connsiteX5" fmla="*/ 92075 w 812800"/>
              <a:gd name="connsiteY5" fmla="*/ 31750 h 63500"/>
              <a:gd name="connsiteX6" fmla="*/ 101600 w 812800"/>
              <a:gd name="connsiteY6" fmla="*/ 28575 h 63500"/>
              <a:gd name="connsiteX7" fmla="*/ 123825 w 812800"/>
              <a:gd name="connsiteY7" fmla="*/ 31750 h 63500"/>
              <a:gd name="connsiteX8" fmla="*/ 133350 w 812800"/>
              <a:gd name="connsiteY8" fmla="*/ 38100 h 63500"/>
              <a:gd name="connsiteX9" fmla="*/ 228600 w 812800"/>
              <a:gd name="connsiteY9" fmla="*/ 34925 h 63500"/>
              <a:gd name="connsiteX10" fmla="*/ 257175 w 812800"/>
              <a:gd name="connsiteY10" fmla="*/ 38100 h 63500"/>
              <a:gd name="connsiteX11" fmla="*/ 276225 w 812800"/>
              <a:gd name="connsiteY11" fmla="*/ 47625 h 63500"/>
              <a:gd name="connsiteX12" fmla="*/ 295275 w 812800"/>
              <a:gd name="connsiteY12" fmla="*/ 50800 h 63500"/>
              <a:gd name="connsiteX13" fmla="*/ 358775 w 812800"/>
              <a:gd name="connsiteY13" fmla="*/ 47625 h 63500"/>
              <a:gd name="connsiteX14" fmla="*/ 377825 w 812800"/>
              <a:gd name="connsiteY14" fmla="*/ 34925 h 63500"/>
              <a:gd name="connsiteX15" fmla="*/ 390525 w 812800"/>
              <a:gd name="connsiteY15" fmla="*/ 25400 h 63500"/>
              <a:gd name="connsiteX16" fmla="*/ 403225 w 812800"/>
              <a:gd name="connsiteY16" fmla="*/ 22225 h 63500"/>
              <a:gd name="connsiteX17" fmla="*/ 415925 w 812800"/>
              <a:gd name="connsiteY17" fmla="*/ 15875 h 63500"/>
              <a:gd name="connsiteX18" fmla="*/ 438150 w 812800"/>
              <a:gd name="connsiteY18" fmla="*/ 9525 h 63500"/>
              <a:gd name="connsiteX19" fmla="*/ 457200 w 812800"/>
              <a:gd name="connsiteY19" fmla="*/ 0 h 63500"/>
              <a:gd name="connsiteX20" fmla="*/ 479425 w 812800"/>
              <a:gd name="connsiteY20" fmla="*/ 3175 h 63500"/>
              <a:gd name="connsiteX21" fmla="*/ 482600 w 812800"/>
              <a:gd name="connsiteY21" fmla="*/ 15875 h 63500"/>
              <a:gd name="connsiteX22" fmla="*/ 514350 w 812800"/>
              <a:gd name="connsiteY22" fmla="*/ 41275 h 63500"/>
              <a:gd name="connsiteX23" fmla="*/ 565150 w 812800"/>
              <a:gd name="connsiteY23" fmla="*/ 47625 h 63500"/>
              <a:gd name="connsiteX24" fmla="*/ 590550 w 812800"/>
              <a:gd name="connsiteY24" fmla="*/ 50800 h 63500"/>
              <a:gd name="connsiteX25" fmla="*/ 654050 w 812800"/>
              <a:gd name="connsiteY25" fmla="*/ 53975 h 63500"/>
              <a:gd name="connsiteX26" fmla="*/ 663575 w 812800"/>
              <a:gd name="connsiteY26" fmla="*/ 47625 h 63500"/>
              <a:gd name="connsiteX27" fmla="*/ 679450 w 812800"/>
              <a:gd name="connsiteY27" fmla="*/ 44450 h 63500"/>
              <a:gd name="connsiteX28" fmla="*/ 698500 w 812800"/>
              <a:gd name="connsiteY28" fmla="*/ 38100 h 63500"/>
              <a:gd name="connsiteX29" fmla="*/ 730250 w 812800"/>
              <a:gd name="connsiteY29" fmla="*/ 47625 h 63500"/>
              <a:gd name="connsiteX30" fmla="*/ 812800 w 812800"/>
              <a:gd name="connsiteY30" fmla="*/ 47625 h 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12800" h="63500">
                <a:moveTo>
                  <a:pt x="0" y="63500"/>
                </a:moveTo>
                <a:cubicBezTo>
                  <a:pt x="5292" y="61383"/>
                  <a:pt x="10468" y="58952"/>
                  <a:pt x="15875" y="57150"/>
                </a:cubicBezTo>
                <a:cubicBezTo>
                  <a:pt x="23184" y="54714"/>
                  <a:pt x="30946" y="53661"/>
                  <a:pt x="38100" y="50800"/>
                </a:cubicBezTo>
                <a:cubicBezTo>
                  <a:pt x="41643" y="49383"/>
                  <a:pt x="44005" y="45657"/>
                  <a:pt x="47625" y="44450"/>
                </a:cubicBezTo>
                <a:cubicBezTo>
                  <a:pt x="80547" y="33476"/>
                  <a:pt x="53945" y="47636"/>
                  <a:pt x="79375" y="38100"/>
                </a:cubicBezTo>
                <a:cubicBezTo>
                  <a:pt x="83807" y="36438"/>
                  <a:pt x="87725" y="33614"/>
                  <a:pt x="92075" y="31750"/>
                </a:cubicBezTo>
                <a:cubicBezTo>
                  <a:pt x="95151" y="30432"/>
                  <a:pt x="98425" y="29633"/>
                  <a:pt x="101600" y="28575"/>
                </a:cubicBezTo>
                <a:cubicBezTo>
                  <a:pt x="109008" y="29633"/>
                  <a:pt x="116657" y="29600"/>
                  <a:pt x="123825" y="31750"/>
                </a:cubicBezTo>
                <a:cubicBezTo>
                  <a:pt x="127480" y="32846"/>
                  <a:pt x="129536" y="37984"/>
                  <a:pt x="133350" y="38100"/>
                </a:cubicBezTo>
                <a:lnTo>
                  <a:pt x="228600" y="34925"/>
                </a:lnTo>
                <a:cubicBezTo>
                  <a:pt x="238125" y="35983"/>
                  <a:pt x="247722" y="36524"/>
                  <a:pt x="257175" y="38100"/>
                </a:cubicBezTo>
                <a:cubicBezTo>
                  <a:pt x="278768" y="41699"/>
                  <a:pt x="254284" y="40311"/>
                  <a:pt x="276225" y="47625"/>
                </a:cubicBezTo>
                <a:cubicBezTo>
                  <a:pt x="282332" y="49661"/>
                  <a:pt x="288925" y="49742"/>
                  <a:pt x="295275" y="50800"/>
                </a:cubicBezTo>
                <a:cubicBezTo>
                  <a:pt x="316442" y="49742"/>
                  <a:pt x="337662" y="49461"/>
                  <a:pt x="358775" y="47625"/>
                </a:cubicBezTo>
                <a:cubicBezTo>
                  <a:pt x="369794" y="46667"/>
                  <a:pt x="369644" y="41937"/>
                  <a:pt x="377825" y="34925"/>
                </a:cubicBezTo>
                <a:cubicBezTo>
                  <a:pt x="381843" y="31481"/>
                  <a:pt x="385792" y="27767"/>
                  <a:pt x="390525" y="25400"/>
                </a:cubicBezTo>
                <a:cubicBezTo>
                  <a:pt x="394428" y="23449"/>
                  <a:pt x="399139" y="23757"/>
                  <a:pt x="403225" y="22225"/>
                </a:cubicBezTo>
                <a:cubicBezTo>
                  <a:pt x="407657" y="20563"/>
                  <a:pt x="411493" y="17537"/>
                  <a:pt x="415925" y="15875"/>
                </a:cubicBezTo>
                <a:cubicBezTo>
                  <a:pt x="424063" y="12823"/>
                  <a:pt x="430474" y="13363"/>
                  <a:pt x="438150" y="9525"/>
                </a:cubicBezTo>
                <a:cubicBezTo>
                  <a:pt x="462769" y="-2785"/>
                  <a:pt x="433259" y="7980"/>
                  <a:pt x="457200" y="0"/>
                </a:cubicBezTo>
                <a:cubicBezTo>
                  <a:pt x="464608" y="1058"/>
                  <a:pt x="473079" y="-791"/>
                  <a:pt x="479425" y="3175"/>
                </a:cubicBezTo>
                <a:cubicBezTo>
                  <a:pt x="483125" y="5488"/>
                  <a:pt x="481068" y="11789"/>
                  <a:pt x="482600" y="15875"/>
                </a:cubicBezTo>
                <a:cubicBezTo>
                  <a:pt x="488731" y="32224"/>
                  <a:pt x="493621" y="36093"/>
                  <a:pt x="514350" y="41275"/>
                </a:cubicBezTo>
                <a:cubicBezTo>
                  <a:pt x="541028" y="47945"/>
                  <a:pt x="517985" y="42908"/>
                  <a:pt x="565150" y="47625"/>
                </a:cubicBezTo>
                <a:cubicBezTo>
                  <a:pt x="573640" y="48474"/>
                  <a:pt x="582083" y="49742"/>
                  <a:pt x="590550" y="50800"/>
                </a:cubicBezTo>
                <a:cubicBezTo>
                  <a:pt x="613705" y="66237"/>
                  <a:pt x="602717" y="61675"/>
                  <a:pt x="654050" y="53975"/>
                </a:cubicBezTo>
                <a:cubicBezTo>
                  <a:pt x="657824" y="53409"/>
                  <a:pt x="660002" y="48965"/>
                  <a:pt x="663575" y="47625"/>
                </a:cubicBezTo>
                <a:cubicBezTo>
                  <a:pt x="668628" y="45730"/>
                  <a:pt x="674244" y="45870"/>
                  <a:pt x="679450" y="44450"/>
                </a:cubicBezTo>
                <a:cubicBezTo>
                  <a:pt x="685908" y="42689"/>
                  <a:pt x="698500" y="38100"/>
                  <a:pt x="698500" y="38100"/>
                </a:cubicBezTo>
                <a:cubicBezTo>
                  <a:pt x="700426" y="38742"/>
                  <a:pt x="724918" y="47447"/>
                  <a:pt x="730250" y="47625"/>
                </a:cubicBezTo>
                <a:cubicBezTo>
                  <a:pt x="757751" y="48542"/>
                  <a:pt x="785283" y="47625"/>
                  <a:pt x="812800" y="4762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4" name="자유형: 도형 183">
            <a:extLst>
              <a:ext uri="{FF2B5EF4-FFF2-40B4-BE49-F238E27FC236}">
                <a16:creationId xmlns:a16="http://schemas.microsoft.com/office/drawing/2014/main" id="{1935F3B5-642B-4E03-BD64-B8AE7E8420F2}"/>
              </a:ext>
            </a:extLst>
          </p:cNvPr>
          <p:cNvSpPr/>
          <p:nvPr/>
        </p:nvSpPr>
        <p:spPr>
          <a:xfrm rot="21169413">
            <a:off x="4937007" y="3754792"/>
            <a:ext cx="159896" cy="169675"/>
          </a:xfrm>
          <a:custGeom>
            <a:avLst/>
            <a:gdLst>
              <a:gd name="connsiteX0" fmla="*/ 12344 w 310794"/>
              <a:gd name="connsiteY0" fmla="*/ 276225 h 276225"/>
              <a:gd name="connsiteX1" fmla="*/ 9169 w 310794"/>
              <a:gd name="connsiteY1" fmla="*/ 184150 h 276225"/>
              <a:gd name="connsiteX2" fmla="*/ 34569 w 310794"/>
              <a:gd name="connsiteY2" fmla="*/ 190500 h 276225"/>
              <a:gd name="connsiteX3" fmla="*/ 47269 w 310794"/>
              <a:gd name="connsiteY3" fmla="*/ 193675 h 276225"/>
              <a:gd name="connsiteX4" fmla="*/ 82194 w 310794"/>
              <a:gd name="connsiteY4" fmla="*/ 190500 h 276225"/>
              <a:gd name="connsiteX5" fmla="*/ 85369 w 310794"/>
              <a:gd name="connsiteY5" fmla="*/ 171450 h 276225"/>
              <a:gd name="connsiteX6" fmla="*/ 91719 w 310794"/>
              <a:gd name="connsiteY6" fmla="*/ 117475 h 276225"/>
              <a:gd name="connsiteX7" fmla="*/ 132994 w 310794"/>
              <a:gd name="connsiteY7" fmla="*/ 123825 h 276225"/>
              <a:gd name="connsiteX8" fmla="*/ 145694 w 310794"/>
              <a:gd name="connsiteY8" fmla="*/ 127000 h 276225"/>
              <a:gd name="connsiteX9" fmla="*/ 190144 w 310794"/>
              <a:gd name="connsiteY9" fmla="*/ 133350 h 276225"/>
              <a:gd name="connsiteX10" fmla="*/ 228244 w 310794"/>
              <a:gd name="connsiteY10" fmla="*/ 117475 h 276225"/>
              <a:gd name="connsiteX11" fmla="*/ 244119 w 310794"/>
              <a:gd name="connsiteY11" fmla="*/ 69850 h 276225"/>
              <a:gd name="connsiteX12" fmla="*/ 250469 w 310794"/>
              <a:gd name="connsiteY12" fmla="*/ 60325 h 276225"/>
              <a:gd name="connsiteX13" fmla="*/ 298094 w 310794"/>
              <a:gd name="connsiteY13" fmla="*/ 53975 h 276225"/>
              <a:gd name="connsiteX14" fmla="*/ 301269 w 310794"/>
              <a:gd name="connsiteY14" fmla="*/ 41275 h 276225"/>
              <a:gd name="connsiteX15" fmla="*/ 307619 w 310794"/>
              <a:gd name="connsiteY15" fmla="*/ 22225 h 276225"/>
              <a:gd name="connsiteX16" fmla="*/ 310794 w 310794"/>
              <a:gd name="connsiteY16" fmla="*/ 0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0794" h="276225">
                <a:moveTo>
                  <a:pt x="12344" y="276225"/>
                </a:moveTo>
                <a:cubicBezTo>
                  <a:pt x="1979" y="245129"/>
                  <a:pt x="-7727" y="223573"/>
                  <a:pt x="9169" y="184150"/>
                </a:cubicBezTo>
                <a:cubicBezTo>
                  <a:pt x="12607" y="176128"/>
                  <a:pt x="26102" y="188383"/>
                  <a:pt x="34569" y="190500"/>
                </a:cubicBezTo>
                <a:lnTo>
                  <a:pt x="47269" y="193675"/>
                </a:lnTo>
                <a:cubicBezTo>
                  <a:pt x="58911" y="192617"/>
                  <a:pt x="72097" y="196390"/>
                  <a:pt x="82194" y="190500"/>
                </a:cubicBezTo>
                <a:cubicBezTo>
                  <a:pt x="87755" y="187256"/>
                  <a:pt x="84695" y="177852"/>
                  <a:pt x="85369" y="171450"/>
                </a:cubicBezTo>
                <a:cubicBezTo>
                  <a:pt x="91112" y="116891"/>
                  <a:pt x="84491" y="146387"/>
                  <a:pt x="91719" y="117475"/>
                </a:cubicBezTo>
                <a:cubicBezTo>
                  <a:pt x="105477" y="119592"/>
                  <a:pt x="119286" y="121406"/>
                  <a:pt x="132994" y="123825"/>
                </a:cubicBezTo>
                <a:cubicBezTo>
                  <a:pt x="137291" y="124583"/>
                  <a:pt x="141390" y="126283"/>
                  <a:pt x="145694" y="127000"/>
                </a:cubicBezTo>
                <a:cubicBezTo>
                  <a:pt x="160457" y="129461"/>
                  <a:pt x="190144" y="133350"/>
                  <a:pt x="190144" y="133350"/>
                </a:cubicBezTo>
                <a:cubicBezTo>
                  <a:pt x="202679" y="130843"/>
                  <a:pt x="224024" y="134357"/>
                  <a:pt x="228244" y="117475"/>
                </a:cubicBezTo>
                <a:cubicBezTo>
                  <a:pt x="240297" y="69262"/>
                  <a:pt x="219704" y="106473"/>
                  <a:pt x="244119" y="69850"/>
                </a:cubicBezTo>
                <a:cubicBezTo>
                  <a:pt x="246236" y="66675"/>
                  <a:pt x="246849" y="61532"/>
                  <a:pt x="250469" y="60325"/>
                </a:cubicBezTo>
                <a:cubicBezTo>
                  <a:pt x="272084" y="53120"/>
                  <a:pt x="256659" y="57428"/>
                  <a:pt x="298094" y="53975"/>
                </a:cubicBezTo>
                <a:cubicBezTo>
                  <a:pt x="299152" y="49742"/>
                  <a:pt x="300015" y="45455"/>
                  <a:pt x="301269" y="41275"/>
                </a:cubicBezTo>
                <a:cubicBezTo>
                  <a:pt x="303192" y="34864"/>
                  <a:pt x="307619" y="22225"/>
                  <a:pt x="307619" y="22225"/>
                </a:cubicBezTo>
                <a:lnTo>
                  <a:pt x="310794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7" name="자유형: 도형 186">
            <a:extLst>
              <a:ext uri="{FF2B5EF4-FFF2-40B4-BE49-F238E27FC236}">
                <a16:creationId xmlns:a16="http://schemas.microsoft.com/office/drawing/2014/main" id="{F469CA06-EC5F-4A36-959D-2EE191DFD8EE}"/>
              </a:ext>
            </a:extLst>
          </p:cNvPr>
          <p:cNvSpPr/>
          <p:nvPr/>
        </p:nvSpPr>
        <p:spPr>
          <a:xfrm rot="446293">
            <a:off x="6015102" y="4302789"/>
            <a:ext cx="71876" cy="131141"/>
          </a:xfrm>
          <a:custGeom>
            <a:avLst/>
            <a:gdLst>
              <a:gd name="connsiteX0" fmla="*/ 19250 w 190700"/>
              <a:gd name="connsiteY0" fmla="*/ 0 h 271108"/>
              <a:gd name="connsiteX1" fmla="*/ 22425 w 190700"/>
              <a:gd name="connsiteY1" fmla="*/ 107950 h 271108"/>
              <a:gd name="connsiteX2" fmla="*/ 44650 w 190700"/>
              <a:gd name="connsiteY2" fmla="*/ 104775 h 271108"/>
              <a:gd name="connsiteX3" fmla="*/ 70050 w 190700"/>
              <a:gd name="connsiteY3" fmla="*/ 107950 h 271108"/>
              <a:gd name="connsiteX4" fmla="*/ 76400 w 190700"/>
              <a:gd name="connsiteY4" fmla="*/ 117475 h 271108"/>
              <a:gd name="connsiteX5" fmla="*/ 79575 w 190700"/>
              <a:gd name="connsiteY5" fmla="*/ 184150 h 271108"/>
              <a:gd name="connsiteX6" fmla="*/ 89100 w 190700"/>
              <a:gd name="connsiteY6" fmla="*/ 187325 h 271108"/>
              <a:gd name="connsiteX7" fmla="*/ 133550 w 190700"/>
              <a:gd name="connsiteY7" fmla="*/ 190500 h 271108"/>
              <a:gd name="connsiteX8" fmla="*/ 162125 w 190700"/>
              <a:gd name="connsiteY8" fmla="*/ 196850 h 271108"/>
              <a:gd name="connsiteX9" fmla="*/ 168475 w 190700"/>
              <a:gd name="connsiteY9" fmla="*/ 206375 h 271108"/>
              <a:gd name="connsiteX10" fmla="*/ 174825 w 190700"/>
              <a:gd name="connsiteY10" fmla="*/ 241300 h 271108"/>
              <a:gd name="connsiteX11" fmla="*/ 181175 w 190700"/>
              <a:gd name="connsiteY11" fmla="*/ 269875 h 271108"/>
              <a:gd name="connsiteX12" fmla="*/ 190700 w 190700"/>
              <a:gd name="connsiteY12" fmla="*/ 269875 h 271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700" h="271108">
                <a:moveTo>
                  <a:pt x="19250" y="0"/>
                </a:moveTo>
                <a:cubicBezTo>
                  <a:pt x="17864" y="15248"/>
                  <a:pt x="-25359" y="107950"/>
                  <a:pt x="22425" y="107950"/>
                </a:cubicBezTo>
                <a:cubicBezTo>
                  <a:pt x="29909" y="107950"/>
                  <a:pt x="37242" y="105833"/>
                  <a:pt x="44650" y="104775"/>
                </a:cubicBezTo>
                <a:cubicBezTo>
                  <a:pt x="53117" y="105833"/>
                  <a:pt x="62128" y="104781"/>
                  <a:pt x="70050" y="107950"/>
                </a:cubicBezTo>
                <a:cubicBezTo>
                  <a:pt x="73593" y="109367"/>
                  <a:pt x="75927" y="113689"/>
                  <a:pt x="76400" y="117475"/>
                </a:cubicBezTo>
                <a:cubicBezTo>
                  <a:pt x="79160" y="139553"/>
                  <a:pt x="75595" y="162259"/>
                  <a:pt x="79575" y="184150"/>
                </a:cubicBezTo>
                <a:cubicBezTo>
                  <a:pt x="80174" y="187443"/>
                  <a:pt x="85776" y="186934"/>
                  <a:pt x="89100" y="187325"/>
                </a:cubicBezTo>
                <a:cubicBezTo>
                  <a:pt x="103853" y="189061"/>
                  <a:pt x="118733" y="189442"/>
                  <a:pt x="133550" y="190500"/>
                </a:cubicBezTo>
                <a:cubicBezTo>
                  <a:pt x="133900" y="190570"/>
                  <a:pt x="160203" y="195569"/>
                  <a:pt x="162125" y="196850"/>
                </a:cubicBezTo>
                <a:cubicBezTo>
                  <a:pt x="165300" y="198967"/>
                  <a:pt x="166358" y="203200"/>
                  <a:pt x="168475" y="206375"/>
                </a:cubicBezTo>
                <a:cubicBezTo>
                  <a:pt x="176229" y="237391"/>
                  <a:pt x="166293" y="195795"/>
                  <a:pt x="174825" y="241300"/>
                </a:cubicBezTo>
                <a:cubicBezTo>
                  <a:pt x="176623" y="250890"/>
                  <a:pt x="176436" y="261346"/>
                  <a:pt x="181175" y="269875"/>
                </a:cubicBezTo>
                <a:cubicBezTo>
                  <a:pt x="182717" y="272650"/>
                  <a:pt x="187525" y="269875"/>
                  <a:pt x="190700" y="26987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59" name="자유형: 도형 158">
            <a:extLst>
              <a:ext uri="{FF2B5EF4-FFF2-40B4-BE49-F238E27FC236}">
                <a16:creationId xmlns:a16="http://schemas.microsoft.com/office/drawing/2014/main" id="{7F4361E1-C2D5-4555-8DE8-145F9486B596}"/>
              </a:ext>
            </a:extLst>
          </p:cNvPr>
          <p:cNvSpPr/>
          <p:nvPr/>
        </p:nvSpPr>
        <p:spPr>
          <a:xfrm>
            <a:off x="5561936" y="3543151"/>
            <a:ext cx="359569" cy="28575"/>
          </a:xfrm>
          <a:custGeom>
            <a:avLst/>
            <a:gdLst>
              <a:gd name="connsiteX0" fmla="*/ 0 w 359569"/>
              <a:gd name="connsiteY0" fmla="*/ 0 h 28575"/>
              <a:gd name="connsiteX1" fmla="*/ 66675 w 359569"/>
              <a:gd name="connsiteY1" fmla="*/ 2382 h 28575"/>
              <a:gd name="connsiteX2" fmla="*/ 76200 w 359569"/>
              <a:gd name="connsiteY2" fmla="*/ 7144 h 28575"/>
              <a:gd name="connsiteX3" fmla="*/ 83344 w 359569"/>
              <a:gd name="connsiteY3" fmla="*/ 11907 h 28575"/>
              <a:gd name="connsiteX4" fmla="*/ 100013 w 359569"/>
              <a:gd name="connsiteY4" fmla="*/ 21432 h 28575"/>
              <a:gd name="connsiteX5" fmla="*/ 114300 w 359569"/>
              <a:gd name="connsiteY5" fmla="*/ 19050 h 28575"/>
              <a:gd name="connsiteX6" fmla="*/ 128588 w 359569"/>
              <a:gd name="connsiteY6" fmla="*/ 14288 h 28575"/>
              <a:gd name="connsiteX7" fmla="*/ 135732 w 359569"/>
              <a:gd name="connsiteY7" fmla="*/ 9525 h 28575"/>
              <a:gd name="connsiteX8" fmla="*/ 147638 w 359569"/>
              <a:gd name="connsiteY8" fmla="*/ 7144 h 28575"/>
              <a:gd name="connsiteX9" fmla="*/ 154782 w 359569"/>
              <a:gd name="connsiteY9" fmla="*/ 4763 h 28575"/>
              <a:gd name="connsiteX10" fmla="*/ 166688 w 359569"/>
              <a:gd name="connsiteY10" fmla="*/ 11907 h 28575"/>
              <a:gd name="connsiteX11" fmla="*/ 176213 w 359569"/>
              <a:gd name="connsiteY11" fmla="*/ 16669 h 28575"/>
              <a:gd name="connsiteX12" fmla="*/ 183357 w 359569"/>
              <a:gd name="connsiteY12" fmla="*/ 21432 h 28575"/>
              <a:gd name="connsiteX13" fmla="*/ 197644 w 359569"/>
              <a:gd name="connsiteY13" fmla="*/ 26194 h 28575"/>
              <a:gd name="connsiteX14" fmla="*/ 204788 w 359569"/>
              <a:gd name="connsiteY14" fmla="*/ 28575 h 28575"/>
              <a:gd name="connsiteX15" fmla="*/ 214313 w 359569"/>
              <a:gd name="connsiteY15" fmla="*/ 26194 h 28575"/>
              <a:gd name="connsiteX16" fmla="*/ 221457 w 359569"/>
              <a:gd name="connsiteY16" fmla="*/ 21432 h 28575"/>
              <a:gd name="connsiteX17" fmla="*/ 230982 w 359569"/>
              <a:gd name="connsiteY17" fmla="*/ 16669 h 28575"/>
              <a:gd name="connsiteX18" fmla="*/ 238125 w 359569"/>
              <a:gd name="connsiteY18" fmla="*/ 7144 h 28575"/>
              <a:gd name="connsiteX19" fmla="*/ 245269 w 359569"/>
              <a:gd name="connsiteY19" fmla="*/ 4763 h 28575"/>
              <a:gd name="connsiteX20" fmla="*/ 252413 w 359569"/>
              <a:gd name="connsiteY20" fmla="*/ 0 h 28575"/>
              <a:gd name="connsiteX21" fmla="*/ 273844 w 359569"/>
              <a:gd name="connsiteY21" fmla="*/ 4763 h 28575"/>
              <a:gd name="connsiteX22" fmla="*/ 283369 w 359569"/>
              <a:gd name="connsiteY22" fmla="*/ 9525 h 28575"/>
              <a:gd name="connsiteX23" fmla="*/ 297657 w 359569"/>
              <a:gd name="connsiteY23" fmla="*/ 14288 h 28575"/>
              <a:gd name="connsiteX24" fmla="*/ 319088 w 359569"/>
              <a:gd name="connsiteY24" fmla="*/ 7144 h 28575"/>
              <a:gd name="connsiteX25" fmla="*/ 333375 w 359569"/>
              <a:gd name="connsiteY25" fmla="*/ 2382 h 28575"/>
              <a:gd name="connsiteX26" fmla="*/ 359569 w 359569"/>
              <a:gd name="connsiteY26" fmla="*/ 4763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59569" h="28575">
                <a:moveTo>
                  <a:pt x="0" y="0"/>
                </a:moveTo>
                <a:cubicBezTo>
                  <a:pt x="22225" y="794"/>
                  <a:pt x="44533" y="306"/>
                  <a:pt x="66675" y="2382"/>
                </a:cubicBezTo>
                <a:cubicBezTo>
                  <a:pt x="70209" y="2713"/>
                  <a:pt x="73118" y="5383"/>
                  <a:pt x="76200" y="7144"/>
                </a:cubicBezTo>
                <a:cubicBezTo>
                  <a:pt x="78685" y="8564"/>
                  <a:pt x="80859" y="10487"/>
                  <a:pt x="83344" y="11907"/>
                </a:cubicBezTo>
                <a:cubicBezTo>
                  <a:pt x="104493" y="23992"/>
                  <a:pt x="82607" y="9827"/>
                  <a:pt x="100013" y="21432"/>
                </a:cubicBezTo>
                <a:cubicBezTo>
                  <a:pt x="104775" y="20638"/>
                  <a:pt x="109616" y="20221"/>
                  <a:pt x="114300" y="19050"/>
                </a:cubicBezTo>
                <a:cubicBezTo>
                  <a:pt x="119170" y="17832"/>
                  <a:pt x="128588" y="14288"/>
                  <a:pt x="128588" y="14288"/>
                </a:cubicBezTo>
                <a:cubicBezTo>
                  <a:pt x="130969" y="12700"/>
                  <a:pt x="133052" y="10530"/>
                  <a:pt x="135732" y="9525"/>
                </a:cubicBezTo>
                <a:cubicBezTo>
                  <a:pt x="139522" y="8104"/>
                  <a:pt x="143712" y="8126"/>
                  <a:pt x="147638" y="7144"/>
                </a:cubicBezTo>
                <a:cubicBezTo>
                  <a:pt x="150073" y="6535"/>
                  <a:pt x="152401" y="5557"/>
                  <a:pt x="154782" y="4763"/>
                </a:cubicBezTo>
                <a:cubicBezTo>
                  <a:pt x="158751" y="7144"/>
                  <a:pt x="162642" y="9659"/>
                  <a:pt x="166688" y="11907"/>
                </a:cubicBezTo>
                <a:cubicBezTo>
                  <a:pt x="169791" y="13631"/>
                  <a:pt x="173131" y="14908"/>
                  <a:pt x="176213" y="16669"/>
                </a:cubicBezTo>
                <a:cubicBezTo>
                  <a:pt x="178698" y="18089"/>
                  <a:pt x="180742" y="20270"/>
                  <a:pt x="183357" y="21432"/>
                </a:cubicBezTo>
                <a:cubicBezTo>
                  <a:pt x="187944" y="23471"/>
                  <a:pt x="192882" y="24607"/>
                  <a:pt x="197644" y="26194"/>
                </a:cubicBezTo>
                <a:lnTo>
                  <a:pt x="204788" y="28575"/>
                </a:lnTo>
                <a:cubicBezTo>
                  <a:pt x="207963" y="27781"/>
                  <a:pt x="211305" y="27483"/>
                  <a:pt x="214313" y="26194"/>
                </a:cubicBezTo>
                <a:cubicBezTo>
                  <a:pt x="216944" y="25067"/>
                  <a:pt x="218972" y="22852"/>
                  <a:pt x="221457" y="21432"/>
                </a:cubicBezTo>
                <a:cubicBezTo>
                  <a:pt x="224539" y="19671"/>
                  <a:pt x="227807" y="18257"/>
                  <a:pt x="230982" y="16669"/>
                </a:cubicBezTo>
                <a:cubicBezTo>
                  <a:pt x="233363" y="13494"/>
                  <a:pt x="235076" y="9685"/>
                  <a:pt x="238125" y="7144"/>
                </a:cubicBezTo>
                <a:cubicBezTo>
                  <a:pt x="240053" y="5537"/>
                  <a:pt x="243024" y="5886"/>
                  <a:pt x="245269" y="4763"/>
                </a:cubicBezTo>
                <a:cubicBezTo>
                  <a:pt x="247829" y="3483"/>
                  <a:pt x="250032" y="1588"/>
                  <a:pt x="252413" y="0"/>
                </a:cubicBezTo>
                <a:cubicBezTo>
                  <a:pt x="260972" y="1427"/>
                  <a:pt x="266385" y="1567"/>
                  <a:pt x="273844" y="4763"/>
                </a:cubicBezTo>
                <a:cubicBezTo>
                  <a:pt x="277107" y="6161"/>
                  <a:pt x="280073" y="8207"/>
                  <a:pt x="283369" y="9525"/>
                </a:cubicBezTo>
                <a:cubicBezTo>
                  <a:pt x="288030" y="11389"/>
                  <a:pt x="297657" y="14288"/>
                  <a:pt x="297657" y="14288"/>
                </a:cubicBezTo>
                <a:cubicBezTo>
                  <a:pt x="329831" y="8926"/>
                  <a:pt x="298997" y="16073"/>
                  <a:pt x="319088" y="7144"/>
                </a:cubicBezTo>
                <a:cubicBezTo>
                  <a:pt x="323675" y="5105"/>
                  <a:pt x="333375" y="2382"/>
                  <a:pt x="333375" y="2382"/>
                </a:cubicBezTo>
                <a:lnTo>
                  <a:pt x="359569" y="4763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자유형: 도형 161">
            <a:extLst>
              <a:ext uri="{FF2B5EF4-FFF2-40B4-BE49-F238E27FC236}">
                <a16:creationId xmlns:a16="http://schemas.microsoft.com/office/drawing/2014/main" id="{90DAAA19-83CE-45CE-9BE6-B342D4ECAE93}"/>
              </a:ext>
            </a:extLst>
          </p:cNvPr>
          <p:cNvSpPr/>
          <p:nvPr/>
        </p:nvSpPr>
        <p:spPr>
          <a:xfrm>
            <a:off x="6009611" y="3840808"/>
            <a:ext cx="79952" cy="173831"/>
          </a:xfrm>
          <a:custGeom>
            <a:avLst/>
            <a:gdLst>
              <a:gd name="connsiteX0" fmla="*/ 14288 w 79952"/>
              <a:gd name="connsiteY0" fmla="*/ 173831 h 173831"/>
              <a:gd name="connsiteX1" fmla="*/ 9525 w 79952"/>
              <a:gd name="connsiteY1" fmla="*/ 157162 h 173831"/>
              <a:gd name="connsiteX2" fmla="*/ 0 w 79952"/>
              <a:gd name="connsiteY2" fmla="*/ 142875 h 173831"/>
              <a:gd name="connsiteX3" fmla="*/ 45244 w 79952"/>
              <a:gd name="connsiteY3" fmla="*/ 133350 h 173831"/>
              <a:gd name="connsiteX4" fmla="*/ 50007 w 79952"/>
              <a:gd name="connsiteY4" fmla="*/ 114300 h 173831"/>
              <a:gd name="connsiteX5" fmla="*/ 47625 w 79952"/>
              <a:gd name="connsiteY5" fmla="*/ 100012 h 173831"/>
              <a:gd name="connsiteX6" fmla="*/ 42863 w 79952"/>
              <a:gd name="connsiteY6" fmla="*/ 92868 h 173831"/>
              <a:gd name="connsiteX7" fmla="*/ 40482 w 79952"/>
              <a:gd name="connsiteY7" fmla="*/ 85725 h 173831"/>
              <a:gd name="connsiteX8" fmla="*/ 42863 w 79952"/>
              <a:gd name="connsiteY8" fmla="*/ 78581 h 173831"/>
              <a:gd name="connsiteX9" fmla="*/ 59532 w 79952"/>
              <a:gd name="connsiteY9" fmla="*/ 76200 h 173831"/>
              <a:gd name="connsiteX10" fmla="*/ 69057 w 79952"/>
              <a:gd name="connsiteY10" fmla="*/ 73818 h 173831"/>
              <a:gd name="connsiteX11" fmla="*/ 69057 w 79952"/>
              <a:gd name="connsiteY11" fmla="*/ 47625 h 173831"/>
              <a:gd name="connsiteX12" fmla="*/ 64294 w 79952"/>
              <a:gd name="connsiteY12" fmla="*/ 33337 h 173831"/>
              <a:gd name="connsiteX13" fmla="*/ 66675 w 79952"/>
              <a:gd name="connsiteY13" fmla="*/ 21431 h 173831"/>
              <a:gd name="connsiteX14" fmla="*/ 78582 w 79952"/>
              <a:gd name="connsiteY14" fmla="*/ 19050 h 173831"/>
              <a:gd name="connsiteX15" fmla="*/ 78582 w 79952"/>
              <a:gd name="connsiteY15" fmla="*/ 0 h 17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9952" h="173831">
                <a:moveTo>
                  <a:pt x="14288" y="173831"/>
                </a:moveTo>
                <a:cubicBezTo>
                  <a:pt x="12700" y="168275"/>
                  <a:pt x="11947" y="162409"/>
                  <a:pt x="9525" y="157162"/>
                </a:cubicBezTo>
                <a:cubicBezTo>
                  <a:pt x="7126" y="151965"/>
                  <a:pt x="0" y="142875"/>
                  <a:pt x="0" y="142875"/>
                </a:cubicBezTo>
                <a:cubicBezTo>
                  <a:pt x="15971" y="118920"/>
                  <a:pt x="-15614" y="162177"/>
                  <a:pt x="45244" y="133350"/>
                </a:cubicBezTo>
                <a:cubicBezTo>
                  <a:pt x="51159" y="130548"/>
                  <a:pt x="50007" y="114300"/>
                  <a:pt x="50007" y="114300"/>
                </a:cubicBezTo>
                <a:cubicBezTo>
                  <a:pt x="49213" y="109537"/>
                  <a:pt x="49152" y="104593"/>
                  <a:pt x="47625" y="100012"/>
                </a:cubicBezTo>
                <a:cubicBezTo>
                  <a:pt x="46720" y="97297"/>
                  <a:pt x="44143" y="95428"/>
                  <a:pt x="42863" y="92868"/>
                </a:cubicBezTo>
                <a:cubicBezTo>
                  <a:pt x="41741" y="90623"/>
                  <a:pt x="41276" y="88106"/>
                  <a:pt x="40482" y="85725"/>
                </a:cubicBezTo>
                <a:cubicBezTo>
                  <a:pt x="41276" y="83344"/>
                  <a:pt x="40618" y="79704"/>
                  <a:pt x="42863" y="78581"/>
                </a:cubicBezTo>
                <a:cubicBezTo>
                  <a:pt x="47883" y="76071"/>
                  <a:pt x="54010" y="77204"/>
                  <a:pt x="59532" y="76200"/>
                </a:cubicBezTo>
                <a:cubicBezTo>
                  <a:pt x="62752" y="75614"/>
                  <a:pt x="65882" y="74612"/>
                  <a:pt x="69057" y="73818"/>
                </a:cubicBezTo>
                <a:cubicBezTo>
                  <a:pt x="73002" y="61982"/>
                  <a:pt x="72920" y="65653"/>
                  <a:pt x="69057" y="47625"/>
                </a:cubicBezTo>
                <a:cubicBezTo>
                  <a:pt x="68005" y="42716"/>
                  <a:pt x="64294" y="33337"/>
                  <a:pt x="64294" y="33337"/>
                </a:cubicBezTo>
                <a:cubicBezTo>
                  <a:pt x="65088" y="29368"/>
                  <a:pt x="63813" y="24293"/>
                  <a:pt x="66675" y="21431"/>
                </a:cubicBezTo>
                <a:cubicBezTo>
                  <a:pt x="69537" y="18569"/>
                  <a:pt x="76616" y="22588"/>
                  <a:pt x="78582" y="19050"/>
                </a:cubicBezTo>
                <a:cubicBezTo>
                  <a:pt x="81666" y="13499"/>
                  <a:pt x="78582" y="6350"/>
                  <a:pt x="78582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자유형: 도형 162">
            <a:extLst>
              <a:ext uri="{FF2B5EF4-FFF2-40B4-BE49-F238E27FC236}">
                <a16:creationId xmlns:a16="http://schemas.microsoft.com/office/drawing/2014/main" id="{418F2600-8742-4689-A9A3-118266753156}"/>
              </a:ext>
            </a:extLst>
          </p:cNvPr>
          <p:cNvSpPr/>
          <p:nvPr/>
        </p:nvSpPr>
        <p:spPr>
          <a:xfrm>
            <a:off x="5337606" y="3914626"/>
            <a:ext cx="45719" cy="502444"/>
          </a:xfrm>
          <a:custGeom>
            <a:avLst/>
            <a:gdLst>
              <a:gd name="connsiteX0" fmla="*/ 31449 w 79074"/>
              <a:gd name="connsiteY0" fmla="*/ 0 h 502444"/>
              <a:gd name="connsiteX1" fmla="*/ 40974 w 79074"/>
              <a:gd name="connsiteY1" fmla="*/ 130969 h 502444"/>
              <a:gd name="connsiteX2" fmla="*/ 29068 w 79074"/>
              <a:gd name="connsiteY2" fmla="*/ 142875 h 502444"/>
              <a:gd name="connsiteX3" fmla="*/ 12399 w 79074"/>
              <a:gd name="connsiteY3" fmla="*/ 164307 h 502444"/>
              <a:gd name="connsiteX4" fmla="*/ 7637 w 79074"/>
              <a:gd name="connsiteY4" fmla="*/ 178594 h 502444"/>
              <a:gd name="connsiteX5" fmla="*/ 493 w 79074"/>
              <a:gd name="connsiteY5" fmla="*/ 195263 h 502444"/>
              <a:gd name="connsiteX6" fmla="*/ 10018 w 79074"/>
              <a:gd name="connsiteY6" fmla="*/ 230982 h 502444"/>
              <a:gd name="connsiteX7" fmla="*/ 19543 w 79074"/>
              <a:gd name="connsiteY7" fmla="*/ 233363 h 502444"/>
              <a:gd name="connsiteX8" fmla="*/ 40974 w 79074"/>
              <a:gd name="connsiteY8" fmla="*/ 245269 h 502444"/>
              <a:gd name="connsiteX9" fmla="*/ 57643 w 79074"/>
              <a:gd name="connsiteY9" fmla="*/ 250032 h 502444"/>
              <a:gd name="connsiteX10" fmla="*/ 64787 w 79074"/>
              <a:gd name="connsiteY10" fmla="*/ 254794 h 502444"/>
              <a:gd name="connsiteX11" fmla="*/ 76693 w 79074"/>
              <a:gd name="connsiteY11" fmla="*/ 259557 h 502444"/>
              <a:gd name="connsiteX12" fmla="*/ 79074 w 79074"/>
              <a:gd name="connsiteY12" fmla="*/ 266700 h 502444"/>
              <a:gd name="connsiteX13" fmla="*/ 76693 w 79074"/>
              <a:gd name="connsiteY13" fmla="*/ 288132 h 502444"/>
              <a:gd name="connsiteX14" fmla="*/ 62405 w 79074"/>
              <a:gd name="connsiteY14" fmla="*/ 307182 h 502444"/>
              <a:gd name="connsiteX15" fmla="*/ 52880 w 79074"/>
              <a:gd name="connsiteY15" fmla="*/ 314325 h 502444"/>
              <a:gd name="connsiteX16" fmla="*/ 43355 w 79074"/>
              <a:gd name="connsiteY16" fmla="*/ 323850 h 502444"/>
              <a:gd name="connsiteX17" fmla="*/ 31449 w 79074"/>
              <a:gd name="connsiteY17" fmla="*/ 333375 h 502444"/>
              <a:gd name="connsiteX18" fmla="*/ 21924 w 79074"/>
              <a:gd name="connsiteY18" fmla="*/ 342900 h 502444"/>
              <a:gd name="connsiteX19" fmla="*/ 12399 w 79074"/>
              <a:gd name="connsiteY19" fmla="*/ 357188 h 502444"/>
              <a:gd name="connsiteX20" fmla="*/ 12399 w 79074"/>
              <a:gd name="connsiteY20" fmla="*/ 381000 h 502444"/>
              <a:gd name="connsiteX21" fmla="*/ 21924 w 79074"/>
              <a:gd name="connsiteY21" fmla="*/ 390525 h 502444"/>
              <a:gd name="connsiteX22" fmla="*/ 26687 w 79074"/>
              <a:gd name="connsiteY22" fmla="*/ 397669 h 502444"/>
              <a:gd name="connsiteX23" fmla="*/ 40974 w 79074"/>
              <a:gd name="connsiteY23" fmla="*/ 426244 h 502444"/>
              <a:gd name="connsiteX24" fmla="*/ 45737 w 79074"/>
              <a:gd name="connsiteY24" fmla="*/ 435769 h 502444"/>
              <a:gd name="connsiteX25" fmla="*/ 50499 w 79074"/>
              <a:gd name="connsiteY25" fmla="*/ 442913 h 502444"/>
              <a:gd name="connsiteX26" fmla="*/ 48118 w 79074"/>
              <a:gd name="connsiteY26" fmla="*/ 466725 h 502444"/>
              <a:gd name="connsiteX27" fmla="*/ 38593 w 79074"/>
              <a:gd name="connsiteY27" fmla="*/ 485775 h 502444"/>
              <a:gd name="connsiteX28" fmla="*/ 36212 w 79074"/>
              <a:gd name="connsiteY28" fmla="*/ 502444 h 50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9074" h="502444">
                <a:moveTo>
                  <a:pt x="31449" y="0"/>
                </a:moveTo>
                <a:cubicBezTo>
                  <a:pt x="34624" y="43656"/>
                  <a:pt x="41703" y="87203"/>
                  <a:pt x="40974" y="130969"/>
                </a:cubicBezTo>
                <a:cubicBezTo>
                  <a:pt x="40880" y="136581"/>
                  <a:pt x="32721" y="138614"/>
                  <a:pt x="29068" y="142875"/>
                </a:cubicBezTo>
                <a:cubicBezTo>
                  <a:pt x="23178" y="149747"/>
                  <a:pt x="12399" y="164307"/>
                  <a:pt x="12399" y="164307"/>
                </a:cubicBezTo>
                <a:cubicBezTo>
                  <a:pt x="10812" y="169069"/>
                  <a:pt x="9882" y="174104"/>
                  <a:pt x="7637" y="178594"/>
                </a:cubicBezTo>
                <a:cubicBezTo>
                  <a:pt x="1751" y="190364"/>
                  <a:pt x="3996" y="184751"/>
                  <a:pt x="493" y="195263"/>
                </a:cubicBezTo>
                <a:cubicBezTo>
                  <a:pt x="2014" y="215044"/>
                  <a:pt x="-5438" y="224358"/>
                  <a:pt x="10018" y="230982"/>
                </a:cubicBezTo>
                <a:cubicBezTo>
                  <a:pt x="13026" y="232271"/>
                  <a:pt x="16368" y="232569"/>
                  <a:pt x="19543" y="233363"/>
                </a:cubicBezTo>
                <a:cubicBezTo>
                  <a:pt x="27720" y="238813"/>
                  <a:pt x="30449" y="241059"/>
                  <a:pt x="40974" y="245269"/>
                </a:cubicBezTo>
                <a:cubicBezTo>
                  <a:pt x="48621" y="248328"/>
                  <a:pt x="50702" y="246562"/>
                  <a:pt x="57643" y="250032"/>
                </a:cubicBezTo>
                <a:cubicBezTo>
                  <a:pt x="60203" y="251312"/>
                  <a:pt x="62227" y="253514"/>
                  <a:pt x="64787" y="254794"/>
                </a:cubicBezTo>
                <a:cubicBezTo>
                  <a:pt x="68610" y="256706"/>
                  <a:pt x="72724" y="257969"/>
                  <a:pt x="76693" y="259557"/>
                </a:cubicBezTo>
                <a:cubicBezTo>
                  <a:pt x="77487" y="261938"/>
                  <a:pt x="79074" y="264190"/>
                  <a:pt x="79074" y="266700"/>
                </a:cubicBezTo>
                <a:cubicBezTo>
                  <a:pt x="79074" y="273888"/>
                  <a:pt x="78668" y="281221"/>
                  <a:pt x="76693" y="288132"/>
                </a:cubicBezTo>
                <a:cubicBezTo>
                  <a:pt x="74748" y="294939"/>
                  <a:pt x="67778" y="302577"/>
                  <a:pt x="62405" y="307182"/>
                </a:cubicBezTo>
                <a:cubicBezTo>
                  <a:pt x="59392" y="309765"/>
                  <a:pt x="55867" y="311712"/>
                  <a:pt x="52880" y="314325"/>
                </a:cubicBezTo>
                <a:cubicBezTo>
                  <a:pt x="49501" y="317282"/>
                  <a:pt x="46711" y="320867"/>
                  <a:pt x="43355" y="323850"/>
                </a:cubicBezTo>
                <a:cubicBezTo>
                  <a:pt x="39556" y="327227"/>
                  <a:pt x="35248" y="329998"/>
                  <a:pt x="31449" y="333375"/>
                </a:cubicBezTo>
                <a:cubicBezTo>
                  <a:pt x="28093" y="336358"/>
                  <a:pt x="24729" y="339394"/>
                  <a:pt x="21924" y="342900"/>
                </a:cubicBezTo>
                <a:cubicBezTo>
                  <a:pt x="18348" y="347370"/>
                  <a:pt x="12399" y="357188"/>
                  <a:pt x="12399" y="357188"/>
                </a:cubicBezTo>
                <a:cubicBezTo>
                  <a:pt x="9373" y="366267"/>
                  <a:pt x="7137" y="369425"/>
                  <a:pt x="12399" y="381000"/>
                </a:cubicBezTo>
                <a:cubicBezTo>
                  <a:pt x="14257" y="385088"/>
                  <a:pt x="19002" y="387116"/>
                  <a:pt x="21924" y="390525"/>
                </a:cubicBezTo>
                <a:cubicBezTo>
                  <a:pt x="23787" y="392698"/>
                  <a:pt x="25316" y="395156"/>
                  <a:pt x="26687" y="397669"/>
                </a:cubicBezTo>
                <a:cubicBezTo>
                  <a:pt x="26707" y="397706"/>
                  <a:pt x="38583" y="421463"/>
                  <a:pt x="40974" y="426244"/>
                </a:cubicBezTo>
                <a:cubicBezTo>
                  <a:pt x="42562" y="429419"/>
                  <a:pt x="43768" y="432815"/>
                  <a:pt x="45737" y="435769"/>
                </a:cubicBezTo>
                <a:lnTo>
                  <a:pt x="50499" y="442913"/>
                </a:lnTo>
                <a:cubicBezTo>
                  <a:pt x="49705" y="450850"/>
                  <a:pt x="49682" y="458903"/>
                  <a:pt x="48118" y="466725"/>
                </a:cubicBezTo>
                <a:cubicBezTo>
                  <a:pt x="46454" y="475047"/>
                  <a:pt x="42940" y="479254"/>
                  <a:pt x="38593" y="485775"/>
                </a:cubicBezTo>
                <a:cubicBezTo>
                  <a:pt x="35208" y="495931"/>
                  <a:pt x="36212" y="490409"/>
                  <a:pt x="36212" y="502444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자유형: 도형 167">
            <a:extLst>
              <a:ext uri="{FF2B5EF4-FFF2-40B4-BE49-F238E27FC236}">
                <a16:creationId xmlns:a16="http://schemas.microsoft.com/office/drawing/2014/main" id="{446DFFA1-C8D9-439A-943C-90D127E06BCD}"/>
              </a:ext>
            </a:extLst>
          </p:cNvPr>
          <p:cNvSpPr/>
          <p:nvPr/>
        </p:nvSpPr>
        <p:spPr>
          <a:xfrm>
            <a:off x="5583368" y="4586139"/>
            <a:ext cx="350043" cy="35719"/>
          </a:xfrm>
          <a:custGeom>
            <a:avLst/>
            <a:gdLst>
              <a:gd name="connsiteX0" fmla="*/ 0 w 350043"/>
              <a:gd name="connsiteY0" fmla="*/ 35719 h 35719"/>
              <a:gd name="connsiteX1" fmla="*/ 30956 w 350043"/>
              <a:gd name="connsiteY1" fmla="*/ 19050 h 35719"/>
              <a:gd name="connsiteX2" fmla="*/ 45243 w 350043"/>
              <a:gd name="connsiteY2" fmla="*/ 9525 h 35719"/>
              <a:gd name="connsiteX3" fmla="*/ 52387 w 350043"/>
              <a:gd name="connsiteY3" fmla="*/ 4762 h 35719"/>
              <a:gd name="connsiteX4" fmla="*/ 66675 w 350043"/>
              <a:gd name="connsiteY4" fmla="*/ 0 h 35719"/>
              <a:gd name="connsiteX5" fmla="*/ 102393 w 350043"/>
              <a:gd name="connsiteY5" fmla="*/ 9525 h 35719"/>
              <a:gd name="connsiteX6" fmla="*/ 111918 w 350043"/>
              <a:gd name="connsiteY6" fmla="*/ 14287 h 35719"/>
              <a:gd name="connsiteX7" fmla="*/ 130968 w 350043"/>
              <a:gd name="connsiteY7" fmla="*/ 26194 h 35719"/>
              <a:gd name="connsiteX8" fmla="*/ 147637 w 350043"/>
              <a:gd name="connsiteY8" fmla="*/ 30956 h 35719"/>
              <a:gd name="connsiteX9" fmla="*/ 164306 w 350043"/>
              <a:gd name="connsiteY9" fmla="*/ 26194 h 35719"/>
              <a:gd name="connsiteX10" fmla="*/ 171450 w 350043"/>
              <a:gd name="connsiteY10" fmla="*/ 23812 h 35719"/>
              <a:gd name="connsiteX11" fmla="*/ 178593 w 350043"/>
              <a:gd name="connsiteY11" fmla="*/ 16669 h 35719"/>
              <a:gd name="connsiteX12" fmla="*/ 185737 w 350043"/>
              <a:gd name="connsiteY12" fmla="*/ 14287 h 35719"/>
              <a:gd name="connsiteX13" fmla="*/ 200025 w 350043"/>
              <a:gd name="connsiteY13" fmla="*/ 7144 h 35719"/>
              <a:gd name="connsiteX14" fmla="*/ 238125 w 350043"/>
              <a:gd name="connsiteY14" fmla="*/ 9525 h 35719"/>
              <a:gd name="connsiteX15" fmla="*/ 257175 w 350043"/>
              <a:gd name="connsiteY15" fmla="*/ 19050 h 35719"/>
              <a:gd name="connsiteX16" fmla="*/ 266700 w 350043"/>
              <a:gd name="connsiteY16" fmla="*/ 26194 h 35719"/>
              <a:gd name="connsiteX17" fmla="*/ 273843 w 350043"/>
              <a:gd name="connsiteY17" fmla="*/ 28575 h 35719"/>
              <a:gd name="connsiteX18" fmla="*/ 285750 w 350043"/>
              <a:gd name="connsiteY18" fmla="*/ 23812 h 35719"/>
              <a:gd name="connsiteX19" fmla="*/ 297656 w 350043"/>
              <a:gd name="connsiteY19" fmla="*/ 4762 h 35719"/>
              <a:gd name="connsiteX20" fmla="*/ 323850 w 350043"/>
              <a:gd name="connsiteY20" fmla="*/ 7144 h 35719"/>
              <a:gd name="connsiteX21" fmla="*/ 350043 w 350043"/>
              <a:gd name="connsiteY21" fmla="*/ 9525 h 3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50043" h="35719">
                <a:moveTo>
                  <a:pt x="0" y="35719"/>
                </a:moveTo>
                <a:cubicBezTo>
                  <a:pt x="10768" y="31411"/>
                  <a:pt x="22455" y="27551"/>
                  <a:pt x="30956" y="19050"/>
                </a:cubicBezTo>
                <a:cubicBezTo>
                  <a:pt x="39875" y="10131"/>
                  <a:pt x="34905" y="12971"/>
                  <a:pt x="45243" y="9525"/>
                </a:cubicBezTo>
                <a:cubicBezTo>
                  <a:pt x="47624" y="7937"/>
                  <a:pt x="49772" y="5924"/>
                  <a:pt x="52387" y="4762"/>
                </a:cubicBezTo>
                <a:cubicBezTo>
                  <a:pt x="56975" y="2723"/>
                  <a:pt x="66675" y="0"/>
                  <a:pt x="66675" y="0"/>
                </a:cubicBezTo>
                <a:cubicBezTo>
                  <a:pt x="87999" y="4264"/>
                  <a:pt x="86499" y="2461"/>
                  <a:pt x="102393" y="9525"/>
                </a:cubicBezTo>
                <a:cubicBezTo>
                  <a:pt x="105637" y="10967"/>
                  <a:pt x="108836" y="12526"/>
                  <a:pt x="111918" y="14287"/>
                </a:cubicBezTo>
                <a:cubicBezTo>
                  <a:pt x="125145" y="21845"/>
                  <a:pt x="112998" y="17209"/>
                  <a:pt x="130968" y="26194"/>
                </a:cubicBezTo>
                <a:cubicBezTo>
                  <a:pt x="134383" y="27902"/>
                  <a:pt x="144587" y="30193"/>
                  <a:pt x="147637" y="30956"/>
                </a:cubicBezTo>
                <a:lnTo>
                  <a:pt x="164306" y="26194"/>
                </a:lnTo>
                <a:cubicBezTo>
                  <a:pt x="166710" y="25473"/>
                  <a:pt x="169361" y="25204"/>
                  <a:pt x="171450" y="23812"/>
                </a:cubicBezTo>
                <a:cubicBezTo>
                  <a:pt x="174252" y="21944"/>
                  <a:pt x="175791" y="18537"/>
                  <a:pt x="178593" y="16669"/>
                </a:cubicBezTo>
                <a:cubicBezTo>
                  <a:pt x="180682" y="15277"/>
                  <a:pt x="183492" y="15410"/>
                  <a:pt x="185737" y="14287"/>
                </a:cubicBezTo>
                <a:cubicBezTo>
                  <a:pt x="204195" y="5058"/>
                  <a:pt x="182075" y="13127"/>
                  <a:pt x="200025" y="7144"/>
                </a:cubicBezTo>
                <a:cubicBezTo>
                  <a:pt x="212725" y="7938"/>
                  <a:pt x="225528" y="7726"/>
                  <a:pt x="238125" y="9525"/>
                </a:cubicBezTo>
                <a:cubicBezTo>
                  <a:pt x="244805" y="10479"/>
                  <a:pt x="251754" y="15177"/>
                  <a:pt x="257175" y="19050"/>
                </a:cubicBezTo>
                <a:cubicBezTo>
                  <a:pt x="260404" y="21357"/>
                  <a:pt x="263254" y="24225"/>
                  <a:pt x="266700" y="26194"/>
                </a:cubicBezTo>
                <a:cubicBezTo>
                  <a:pt x="268879" y="27439"/>
                  <a:pt x="271462" y="27781"/>
                  <a:pt x="273843" y="28575"/>
                </a:cubicBezTo>
                <a:cubicBezTo>
                  <a:pt x="277812" y="26987"/>
                  <a:pt x="282376" y="26436"/>
                  <a:pt x="285750" y="23812"/>
                </a:cubicBezTo>
                <a:cubicBezTo>
                  <a:pt x="294486" y="17017"/>
                  <a:pt x="294832" y="13235"/>
                  <a:pt x="297656" y="4762"/>
                </a:cubicBezTo>
                <a:cubicBezTo>
                  <a:pt x="306387" y="5556"/>
                  <a:pt x="315143" y="6119"/>
                  <a:pt x="323850" y="7144"/>
                </a:cubicBezTo>
                <a:cubicBezTo>
                  <a:pt x="349631" y="10177"/>
                  <a:pt x="327079" y="9525"/>
                  <a:pt x="350043" y="952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5" name="표 224">
            <a:extLst>
              <a:ext uri="{FF2B5EF4-FFF2-40B4-BE49-F238E27FC236}">
                <a16:creationId xmlns:a16="http://schemas.microsoft.com/office/drawing/2014/main" id="{99D9F853-C217-4E5F-9769-3DA9985FF2AF}"/>
              </a:ext>
            </a:extLst>
          </p:cNvPr>
          <p:cNvGraphicFramePr>
            <a:graphicFrameLocks noGrp="1"/>
          </p:cNvGraphicFramePr>
          <p:nvPr/>
        </p:nvGraphicFramePr>
        <p:xfrm>
          <a:off x="6077921" y="4823697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27" name="표 226">
            <a:extLst>
              <a:ext uri="{FF2B5EF4-FFF2-40B4-BE49-F238E27FC236}">
                <a16:creationId xmlns:a16="http://schemas.microsoft.com/office/drawing/2014/main" id="{5230E76D-2897-4E36-96B9-61C8007820BB}"/>
              </a:ext>
            </a:extLst>
          </p:cNvPr>
          <p:cNvGraphicFramePr>
            <a:graphicFrameLocks noGrp="1"/>
          </p:cNvGraphicFramePr>
          <p:nvPr/>
        </p:nvGraphicFramePr>
        <p:xfrm>
          <a:off x="6111997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229" name="처리 7">
            <a:extLst>
              <a:ext uri="{FF2B5EF4-FFF2-40B4-BE49-F238E27FC236}">
                <a16:creationId xmlns:a16="http://schemas.microsoft.com/office/drawing/2014/main" id="{F887E806-FD6C-4F76-A471-02CF68A4A263}"/>
              </a:ext>
            </a:extLst>
          </p:cNvPr>
          <p:cNvSpPr/>
          <p:nvPr/>
        </p:nvSpPr>
        <p:spPr>
          <a:xfrm>
            <a:off x="4666615" y="2108863"/>
            <a:ext cx="1542776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GNN Encoder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31" name="화살표: 오른쪽 230">
            <a:extLst>
              <a:ext uri="{FF2B5EF4-FFF2-40B4-BE49-F238E27FC236}">
                <a16:creationId xmlns:a16="http://schemas.microsoft.com/office/drawing/2014/main" id="{B05A2A70-33E9-42D1-9C71-A05E2BB1DFA3}"/>
              </a:ext>
            </a:extLst>
          </p:cNvPr>
          <p:cNvSpPr/>
          <p:nvPr/>
        </p:nvSpPr>
        <p:spPr>
          <a:xfrm rot="1941409" flipV="1">
            <a:off x="6825877" y="4992807"/>
            <a:ext cx="392030" cy="3833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0D501BB6-B884-4A01-B62D-EF43E6D095F8}"/>
              </a:ext>
            </a:extLst>
          </p:cNvPr>
          <p:cNvGrpSpPr/>
          <p:nvPr/>
        </p:nvGrpSpPr>
        <p:grpSpPr>
          <a:xfrm>
            <a:off x="9126764" y="1618650"/>
            <a:ext cx="724983" cy="1400402"/>
            <a:chOff x="9508371" y="1783105"/>
            <a:chExt cx="724983" cy="1400402"/>
          </a:xfrm>
        </p:grpSpPr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BBD83704-85FF-46AF-BB8D-ADE7C570A611}"/>
                </a:ext>
              </a:extLst>
            </p:cNvPr>
            <p:cNvGrpSpPr/>
            <p:nvPr/>
          </p:nvGrpSpPr>
          <p:grpSpPr>
            <a:xfrm>
              <a:off x="9508371" y="1783105"/>
              <a:ext cx="724983" cy="1400402"/>
              <a:chOff x="9508371" y="1783105"/>
              <a:chExt cx="724983" cy="1400402"/>
            </a:xfrm>
          </p:grpSpPr>
          <p:sp>
            <p:nvSpPr>
              <p:cNvPr id="232" name="사각형: 둥근 모서리 231">
                <a:extLst>
                  <a:ext uri="{FF2B5EF4-FFF2-40B4-BE49-F238E27FC236}">
                    <a16:creationId xmlns:a16="http://schemas.microsoft.com/office/drawing/2014/main" id="{BC5E096B-4C92-4662-AF18-4862C7013BE9}"/>
                  </a:ext>
                </a:extLst>
              </p:cNvPr>
              <p:cNvSpPr/>
              <p:nvPr/>
            </p:nvSpPr>
            <p:spPr>
              <a:xfrm>
                <a:off x="9508371" y="1783105"/>
                <a:ext cx="724983" cy="140040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타원 233">
                <a:extLst>
                  <a:ext uri="{FF2B5EF4-FFF2-40B4-BE49-F238E27FC236}">
                    <a16:creationId xmlns:a16="http://schemas.microsoft.com/office/drawing/2014/main" id="{25BD9B49-54F3-40EA-851D-6CEB064B16BF}"/>
                  </a:ext>
                </a:extLst>
              </p:cNvPr>
              <p:cNvSpPr/>
              <p:nvPr/>
            </p:nvSpPr>
            <p:spPr>
              <a:xfrm>
                <a:off x="9603057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" name="타원 234">
                <a:extLst>
                  <a:ext uri="{FF2B5EF4-FFF2-40B4-BE49-F238E27FC236}">
                    <a16:creationId xmlns:a16="http://schemas.microsoft.com/office/drawing/2014/main" id="{D8466F19-57AA-4580-93F5-4F1B81B516C5}"/>
                  </a:ext>
                </a:extLst>
              </p:cNvPr>
              <p:cNvSpPr/>
              <p:nvPr/>
            </p:nvSpPr>
            <p:spPr>
              <a:xfrm>
                <a:off x="9603057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타원 235">
                <a:extLst>
                  <a:ext uri="{FF2B5EF4-FFF2-40B4-BE49-F238E27FC236}">
                    <a16:creationId xmlns:a16="http://schemas.microsoft.com/office/drawing/2014/main" id="{68D63BAB-BE73-4F06-B192-1B9720CB6925}"/>
                  </a:ext>
                </a:extLst>
              </p:cNvPr>
              <p:cNvSpPr/>
              <p:nvPr/>
            </p:nvSpPr>
            <p:spPr>
              <a:xfrm>
                <a:off x="9603057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타원 236">
                <a:extLst>
                  <a:ext uri="{FF2B5EF4-FFF2-40B4-BE49-F238E27FC236}">
                    <a16:creationId xmlns:a16="http://schemas.microsoft.com/office/drawing/2014/main" id="{3579FD67-08A9-482F-A1AC-AE94F1CEA2DE}"/>
                  </a:ext>
                </a:extLst>
              </p:cNvPr>
              <p:cNvSpPr/>
              <p:nvPr/>
            </p:nvSpPr>
            <p:spPr>
              <a:xfrm>
                <a:off x="9603057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타원 237">
                <a:extLst>
                  <a:ext uri="{FF2B5EF4-FFF2-40B4-BE49-F238E27FC236}">
                    <a16:creationId xmlns:a16="http://schemas.microsoft.com/office/drawing/2014/main" id="{FB4CFE96-839C-4388-9E20-E0E55FBE7F91}"/>
                  </a:ext>
                </a:extLst>
              </p:cNvPr>
              <p:cNvSpPr/>
              <p:nvPr/>
            </p:nvSpPr>
            <p:spPr>
              <a:xfrm>
                <a:off x="9985778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타원 238">
                <a:extLst>
                  <a:ext uri="{FF2B5EF4-FFF2-40B4-BE49-F238E27FC236}">
                    <a16:creationId xmlns:a16="http://schemas.microsoft.com/office/drawing/2014/main" id="{46A3198E-FF8A-4F6A-9646-E211AA6DD663}"/>
                  </a:ext>
                </a:extLst>
              </p:cNvPr>
              <p:cNvSpPr/>
              <p:nvPr/>
            </p:nvSpPr>
            <p:spPr>
              <a:xfrm>
                <a:off x="9985778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타원 239">
                <a:extLst>
                  <a:ext uri="{FF2B5EF4-FFF2-40B4-BE49-F238E27FC236}">
                    <a16:creationId xmlns:a16="http://schemas.microsoft.com/office/drawing/2014/main" id="{F2BA04EA-C7B3-447C-9959-03FB9A569A37}"/>
                  </a:ext>
                </a:extLst>
              </p:cNvPr>
              <p:cNvSpPr/>
              <p:nvPr/>
            </p:nvSpPr>
            <p:spPr>
              <a:xfrm>
                <a:off x="9985778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타원 240">
                <a:extLst>
                  <a:ext uri="{FF2B5EF4-FFF2-40B4-BE49-F238E27FC236}">
                    <a16:creationId xmlns:a16="http://schemas.microsoft.com/office/drawing/2014/main" id="{6019053D-09BC-4250-B01C-F637B4D428AE}"/>
                  </a:ext>
                </a:extLst>
              </p:cNvPr>
              <p:cNvSpPr/>
              <p:nvPr/>
            </p:nvSpPr>
            <p:spPr>
              <a:xfrm>
                <a:off x="9985778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43" name="직선 연결선 242">
                <a:extLst>
                  <a:ext uri="{FF2B5EF4-FFF2-40B4-BE49-F238E27FC236}">
                    <a16:creationId xmlns:a16="http://schemas.microsoft.com/office/drawing/2014/main" id="{ED2B758C-E2E3-418A-83CB-8B3B341E9377}"/>
                  </a:ext>
                </a:extLst>
              </p:cNvPr>
              <p:cNvCxnSpPr>
                <a:stCxn id="234" idx="6"/>
                <a:endCxn id="238" idx="2"/>
              </p:cNvCxnSpPr>
              <p:nvPr/>
            </p:nvCxnSpPr>
            <p:spPr>
              <a:xfrm>
                <a:off x="9767888" y="2038912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E03CEDD0-B507-4BF4-9376-D8005D4EAA78}"/>
                  </a:ext>
                </a:extLst>
              </p:cNvPr>
              <p:cNvCxnSpPr>
                <a:cxnSpLocks/>
                <a:stCxn id="235" idx="6"/>
                <a:endCxn id="239" idx="2"/>
              </p:cNvCxnSpPr>
              <p:nvPr/>
            </p:nvCxnSpPr>
            <p:spPr>
              <a:xfrm>
                <a:off x="9767888" y="2350658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직선 연결선 246">
                <a:extLst>
                  <a:ext uri="{FF2B5EF4-FFF2-40B4-BE49-F238E27FC236}">
                    <a16:creationId xmlns:a16="http://schemas.microsoft.com/office/drawing/2014/main" id="{D9F5F0D3-5AD9-4443-806B-9FC4D4758B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662404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484F874A-F2D7-472B-8AD6-D98449169B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974150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BAF4AB8D-4D5F-4495-A290-4046F3549A6C}"/>
                  </a:ext>
                </a:extLst>
              </p:cNvPr>
              <p:cNvCxnSpPr>
                <a:cxnSpLocks/>
                <a:stCxn id="234" idx="5"/>
                <a:endCxn id="241" idx="1"/>
              </p:cNvCxnSpPr>
              <p:nvPr/>
            </p:nvCxnSpPr>
            <p:spPr>
              <a:xfrm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직선 연결선 251">
                <a:extLst>
                  <a:ext uri="{FF2B5EF4-FFF2-40B4-BE49-F238E27FC236}">
                    <a16:creationId xmlns:a16="http://schemas.microsoft.com/office/drawing/2014/main" id="{37556E84-6BDA-4EAB-96C7-64805FFEC227}"/>
                  </a:ext>
                </a:extLst>
              </p:cNvPr>
              <p:cNvCxnSpPr>
                <a:cxnSpLocks/>
                <a:stCxn id="237" idx="7"/>
                <a:endCxn id="238" idx="3"/>
              </p:cNvCxnSpPr>
              <p:nvPr/>
            </p:nvCxnSpPr>
            <p:spPr>
              <a:xfrm flipV="1"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직선 연결선 254">
                <a:extLst>
                  <a:ext uri="{FF2B5EF4-FFF2-40B4-BE49-F238E27FC236}">
                    <a16:creationId xmlns:a16="http://schemas.microsoft.com/office/drawing/2014/main" id="{078EB9AA-250E-43EA-B6F0-0AA263EFFC89}"/>
                  </a:ext>
                </a:extLst>
              </p:cNvPr>
              <p:cNvCxnSpPr>
                <a:cxnSpLocks/>
                <a:stCxn id="239" idx="3"/>
                <a:endCxn id="236" idx="7"/>
              </p:cNvCxnSpPr>
              <p:nvPr/>
            </p:nvCxnSpPr>
            <p:spPr>
              <a:xfrm flipH="1"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직선 연결선 255">
                <a:extLst>
                  <a:ext uri="{FF2B5EF4-FFF2-40B4-BE49-F238E27FC236}">
                    <a16:creationId xmlns:a16="http://schemas.microsoft.com/office/drawing/2014/main" id="{9A26316D-DD28-4A50-A04F-A023E74A8A06}"/>
                  </a:ext>
                </a:extLst>
              </p:cNvPr>
              <p:cNvCxnSpPr>
                <a:cxnSpLocks/>
                <a:stCxn id="235" idx="5"/>
                <a:endCxn id="240" idx="1"/>
              </p:cNvCxnSpPr>
              <p:nvPr/>
            </p:nvCxnSpPr>
            <p:spPr>
              <a:xfrm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직선 연결선 261">
                <a:extLst>
                  <a:ext uri="{FF2B5EF4-FFF2-40B4-BE49-F238E27FC236}">
                    <a16:creationId xmlns:a16="http://schemas.microsoft.com/office/drawing/2014/main" id="{EF9CC7C2-3BE0-464D-A4BF-664932E75252}"/>
                  </a:ext>
                </a:extLst>
              </p:cNvPr>
              <p:cNvCxnSpPr>
                <a:cxnSpLocks/>
                <a:stCxn id="241" idx="1"/>
                <a:endCxn id="236" idx="5"/>
              </p:cNvCxnSpPr>
              <p:nvPr/>
            </p:nvCxnSpPr>
            <p:spPr>
              <a:xfrm flipH="1" flipV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6C5AD8A9-F5D4-47C7-A5E1-CCFA5D10200D}"/>
                  </a:ext>
                </a:extLst>
              </p:cNvPr>
              <p:cNvCxnSpPr>
                <a:cxnSpLocks/>
                <a:stCxn id="240" idx="3"/>
                <a:endCxn id="237" idx="7"/>
              </p:cNvCxnSpPr>
              <p:nvPr/>
            </p:nvCxnSpPr>
            <p:spPr>
              <a:xfrm flipH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0985B019-76F6-4BA3-B121-88AA0D72B493}"/>
                  </a:ext>
                </a:extLst>
              </p:cNvPr>
              <p:cNvCxnSpPr>
                <a:cxnSpLocks/>
                <a:stCxn id="239" idx="1"/>
                <a:endCxn id="234" idx="5"/>
              </p:cNvCxnSpPr>
              <p:nvPr/>
            </p:nvCxnSpPr>
            <p:spPr>
              <a:xfrm flipH="1" flipV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0FE11149-AA67-449A-9CED-4AB0DC943BE6}"/>
                  </a:ext>
                </a:extLst>
              </p:cNvPr>
              <p:cNvCxnSpPr>
                <a:cxnSpLocks/>
                <a:stCxn id="238" idx="3"/>
                <a:endCxn id="235" idx="7"/>
              </p:cNvCxnSpPr>
              <p:nvPr/>
            </p:nvCxnSpPr>
            <p:spPr>
              <a:xfrm flipH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4" name="처리 7">
              <a:extLst>
                <a:ext uri="{FF2B5EF4-FFF2-40B4-BE49-F238E27FC236}">
                  <a16:creationId xmlns:a16="http://schemas.microsoft.com/office/drawing/2014/main" id="{5937C9A2-B112-414B-963A-C6781B7B492F}"/>
                </a:ext>
              </a:extLst>
            </p:cNvPr>
            <p:cNvSpPr/>
            <p:nvPr/>
          </p:nvSpPr>
          <p:spPr>
            <a:xfrm>
              <a:off x="9562427" y="2327029"/>
              <a:ext cx="618366" cy="322997"/>
            </a:xfrm>
            <a:prstGeom prst="flowChartProcess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MLP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A3DC2904-BF5C-4BB0-B2E2-99255E324E13}"/>
              </a:ext>
            </a:extLst>
          </p:cNvPr>
          <p:cNvGrpSpPr/>
          <p:nvPr/>
        </p:nvGrpSpPr>
        <p:grpSpPr>
          <a:xfrm>
            <a:off x="9126764" y="4589646"/>
            <a:ext cx="724983" cy="1400402"/>
            <a:chOff x="9508371" y="1783105"/>
            <a:chExt cx="724983" cy="1400402"/>
          </a:xfrm>
        </p:grpSpPr>
        <p:grpSp>
          <p:nvGrpSpPr>
            <p:cNvPr id="297" name="그룹 296">
              <a:extLst>
                <a:ext uri="{FF2B5EF4-FFF2-40B4-BE49-F238E27FC236}">
                  <a16:creationId xmlns:a16="http://schemas.microsoft.com/office/drawing/2014/main" id="{613B5E14-D0E1-4598-9999-9BBC4AF39F83}"/>
                </a:ext>
              </a:extLst>
            </p:cNvPr>
            <p:cNvGrpSpPr/>
            <p:nvPr/>
          </p:nvGrpSpPr>
          <p:grpSpPr>
            <a:xfrm>
              <a:off x="9508371" y="1783105"/>
              <a:ext cx="724983" cy="1400402"/>
              <a:chOff x="9508371" y="1783105"/>
              <a:chExt cx="724983" cy="1400402"/>
            </a:xfrm>
          </p:grpSpPr>
          <p:sp>
            <p:nvSpPr>
              <p:cNvPr id="299" name="사각형: 둥근 모서리 298">
                <a:extLst>
                  <a:ext uri="{FF2B5EF4-FFF2-40B4-BE49-F238E27FC236}">
                    <a16:creationId xmlns:a16="http://schemas.microsoft.com/office/drawing/2014/main" id="{8912A8A0-F781-48DA-9704-4B133E7F8A76}"/>
                  </a:ext>
                </a:extLst>
              </p:cNvPr>
              <p:cNvSpPr/>
              <p:nvPr/>
            </p:nvSpPr>
            <p:spPr>
              <a:xfrm>
                <a:off x="9508371" y="1783105"/>
                <a:ext cx="724983" cy="140040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" name="타원 299">
                <a:extLst>
                  <a:ext uri="{FF2B5EF4-FFF2-40B4-BE49-F238E27FC236}">
                    <a16:creationId xmlns:a16="http://schemas.microsoft.com/office/drawing/2014/main" id="{7BAB4719-EC3D-489A-8E80-89879017D755}"/>
                  </a:ext>
                </a:extLst>
              </p:cNvPr>
              <p:cNvSpPr/>
              <p:nvPr/>
            </p:nvSpPr>
            <p:spPr>
              <a:xfrm>
                <a:off x="9603057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" name="타원 300">
                <a:extLst>
                  <a:ext uri="{FF2B5EF4-FFF2-40B4-BE49-F238E27FC236}">
                    <a16:creationId xmlns:a16="http://schemas.microsoft.com/office/drawing/2014/main" id="{B32B00E5-87AD-412B-8BF8-8B875E7F5241}"/>
                  </a:ext>
                </a:extLst>
              </p:cNvPr>
              <p:cNvSpPr/>
              <p:nvPr/>
            </p:nvSpPr>
            <p:spPr>
              <a:xfrm>
                <a:off x="9603057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" name="타원 301">
                <a:extLst>
                  <a:ext uri="{FF2B5EF4-FFF2-40B4-BE49-F238E27FC236}">
                    <a16:creationId xmlns:a16="http://schemas.microsoft.com/office/drawing/2014/main" id="{62FBD23D-0D99-4BB5-A741-D7F0EF406088}"/>
                  </a:ext>
                </a:extLst>
              </p:cNvPr>
              <p:cNvSpPr/>
              <p:nvPr/>
            </p:nvSpPr>
            <p:spPr>
              <a:xfrm>
                <a:off x="9603057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" name="타원 302">
                <a:extLst>
                  <a:ext uri="{FF2B5EF4-FFF2-40B4-BE49-F238E27FC236}">
                    <a16:creationId xmlns:a16="http://schemas.microsoft.com/office/drawing/2014/main" id="{A27D8BD3-1FE8-4D9F-979B-09DFE323897A}"/>
                  </a:ext>
                </a:extLst>
              </p:cNvPr>
              <p:cNvSpPr/>
              <p:nvPr/>
            </p:nvSpPr>
            <p:spPr>
              <a:xfrm>
                <a:off x="9603057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" name="타원 303">
                <a:extLst>
                  <a:ext uri="{FF2B5EF4-FFF2-40B4-BE49-F238E27FC236}">
                    <a16:creationId xmlns:a16="http://schemas.microsoft.com/office/drawing/2014/main" id="{5F42CA5F-B283-4FA4-8687-60E19A25C13E}"/>
                  </a:ext>
                </a:extLst>
              </p:cNvPr>
              <p:cNvSpPr/>
              <p:nvPr/>
            </p:nvSpPr>
            <p:spPr>
              <a:xfrm>
                <a:off x="9985778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" name="타원 304">
                <a:extLst>
                  <a:ext uri="{FF2B5EF4-FFF2-40B4-BE49-F238E27FC236}">
                    <a16:creationId xmlns:a16="http://schemas.microsoft.com/office/drawing/2014/main" id="{A8ACCAD5-F79B-41D6-BEC0-DBCB0C7E9688}"/>
                  </a:ext>
                </a:extLst>
              </p:cNvPr>
              <p:cNvSpPr/>
              <p:nvPr/>
            </p:nvSpPr>
            <p:spPr>
              <a:xfrm>
                <a:off x="9985778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" name="타원 305">
                <a:extLst>
                  <a:ext uri="{FF2B5EF4-FFF2-40B4-BE49-F238E27FC236}">
                    <a16:creationId xmlns:a16="http://schemas.microsoft.com/office/drawing/2014/main" id="{1C52EF99-46A7-4A94-B185-C2242A3D5528}"/>
                  </a:ext>
                </a:extLst>
              </p:cNvPr>
              <p:cNvSpPr/>
              <p:nvPr/>
            </p:nvSpPr>
            <p:spPr>
              <a:xfrm>
                <a:off x="9985778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타원 306">
                <a:extLst>
                  <a:ext uri="{FF2B5EF4-FFF2-40B4-BE49-F238E27FC236}">
                    <a16:creationId xmlns:a16="http://schemas.microsoft.com/office/drawing/2014/main" id="{4C8E825C-2703-4B52-9CDC-33D85FC778C5}"/>
                  </a:ext>
                </a:extLst>
              </p:cNvPr>
              <p:cNvSpPr/>
              <p:nvPr/>
            </p:nvSpPr>
            <p:spPr>
              <a:xfrm>
                <a:off x="9985778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08" name="직선 연결선 307">
                <a:extLst>
                  <a:ext uri="{FF2B5EF4-FFF2-40B4-BE49-F238E27FC236}">
                    <a16:creationId xmlns:a16="http://schemas.microsoft.com/office/drawing/2014/main" id="{96B3522F-9FBC-4E29-B059-952FE84B90A5}"/>
                  </a:ext>
                </a:extLst>
              </p:cNvPr>
              <p:cNvCxnSpPr>
                <a:stCxn id="300" idx="6"/>
                <a:endCxn id="304" idx="2"/>
              </p:cNvCxnSpPr>
              <p:nvPr/>
            </p:nvCxnSpPr>
            <p:spPr>
              <a:xfrm>
                <a:off x="9767888" y="2038912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직선 연결선 308">
                <a:extLst>
                  <a:ext uri="{FF2B5EF4-FFF2-40B4-BE49-F238E27FC236}">
                    <a16:creationId xmlns:a16="http://schemas.microsoft.com/office/drawing/2014/main" id="{6BEB3BBB-418E-4B8D-A923-F57CA1A65DDA}"/>
                  </a:ext>
                </a:extLst>
              </p:cNvPr>
              <p:cNvCxnSpPr>
                <a:cxnSpLocks/>
                <a:stCxn id="301" idx="6"/>
                <a:endCxn id="305" idx="2"/>
              </p:cNvCxnSpPr>
              <p:nvPr/>
            </p:nvCxnSpPr>
            <p:spPr>
              <a:xfrm>
                <a:off x="9767888" y="2350658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직선 연결선 309">
                <a:extLst>
                  <a:ext uri="{FF2B5EF4-FFF2-40B4-BE49-F238E27FC236}">
                    <a16:creationId xmlns:a16="http://schemas.microsoft.com/office/drawing/2014/main" id="{5DC4B4FC-FB18-4499-B1FE-77AA71461A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662404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직선 연결선 310">
                <a:extLst>
                  <a:ext uri="{FF2B5EF4-FFF2-40B4-BE49-F238E27FC236}">
                    <a16:creationId xmlns:a16="http://schemas.microsoft.com/office/drawing/2014/main" id="{D068F1A9-149B-4C97-BE0B-FAB42F0F01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974150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직선 연결선 311">
                <a:extLst>
                  <a:ext uri="{FF2B5EF4-FFF2-40B4-BE49-F238E27FC236}">
                    <a16:creationId xmlns:a16="http://schemas.microsoft.com/office/drawing/2014/main" id="{A8823B89-6348-4485-8974-C7168B2F7565}"/>
                  </a:ext>
                </a:extLst>
              </p:cNvPr>
              <p:cNvCxnSpPr>
                <a:cxnSpLocks/>
                <a:stCxn id="300" idx="5"/>
                <a:endCxn id="307" idx="1"/>
              </p:cNvCxnSpPr>
              <p:nvPr/>
            </p:nvCxnSpPr>
            <p:spPr>
              <a:xfrm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>
                <a:extLst>
                  <a:ext uri="{FF2B5EF4-FFF2-40B4-BE49-F238E27FC236}">
                    <a16:creationId xmlns:a16="http://schemas.microsoft.com/office/drawing/2014/main" id="{42DA7CE0-4B6B-4EFE-9019-EB094FF2B103}"/>
                  </a:ext>
                </a:extLst>
              </p:cNvPr>
              <p:cNvCxnSpPr>
                <a:cxnSpLocks/>
                <a:stCxn id="303" idx="7"/>
                <a:endCxn id="304" idx="3"/>
              </p:cNvCxnSpPr>
              <p:nvPr/>
            </p:nvCxnSpPr>
            <p:spPr>
              <a:xfrm flipV="1"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직선 연결선 313">
                <a:extLst>
                  <a:ext uri="{FF2B5EF4-FFF2-40B4-BE49-F238E27FC236}">
                    <a16:creationId xmlns:a16="http://schemas.microsoft.com/office/drawing/2014/main" id="{0EA698E9-3418-41F2-8F31-11C79E4CB443}"/>
                  </a:ext>
                </a:extLst>
              </p:cNvPr>
              <p:cNvCxnSpPr>
                <a:cxnSpLocks/>
                <a:stCxn id="305" idx="3"/>
                <a:endCxn id="302" idx="7"/>
              </p:cNvCxnSpPr>
              <p:nvPr/>
            </p:nvCxnSpPr>
            <p:spPr>
              <a:xfrm flipH="1"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직선 연결선 314">
                <a:extLst>
                  <a:ext uri="{FF2B5EF4-FFF2-40B4-BE49-F238E27FC236}">
                    <a16:creationId xmlns:a16="http://schemas.microsoft.com/office/drawing/2014/main" id="{6021D15F-BDA2-432C-A2B5-199B873BE130}"/>
                  </a:ext>
                </a:extLst>
              </p:cNvPr>
              <p:cNvCxnSpPr>
                <a:cxnSpLocks/>
                <a:stCxn id="301" idx="5"/>
                <a:endCxn id="306" idx="1"/>
              </p:cNvCxnSpPr>
              <p:nvPr/>
            </p:nvCxnSpPr>
            <p:spPr>
              <a:xfrm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직선 연결선 315">
                <a:extLst>
                  <a:ext uri="{FF2B5EF4-FFF2-40B4-BE49-F238E27FC236}">
                    <a16:creationId xmlns:a16="http://schemas.microsoft.com/office/drawing/2014/main" id="{B3AA6E69-5EF5-49C5-9594-E9AC6F4B55E0}"/>
                  </a:ext>
                </a:extLst>
              </p:cNvPr>
              <p:cNvCxnSpPr>
                <a:cxnSpLocks/>
                <a:stCxn id="307" idx="1"/>
                <a:endCxn id="302" idx="5"/>
              </p:cNvCxnSpPr>
              <p:nvPr/>
            </p:nvCxnSpPr>
            <p:spPr>
              <a:xfrm flipH="1" flipV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직선 연결선 316">
                <a:extLst>
                  <a:ext uri="{FF2B5EF4-FFF2-40B4-BE49-F238E27FC236}">
                    <a16:creationId xmlns:a16="http://schemas.microsoft.com/office/drawing/2014/main" id="{2DEFD898-9222-4B46-9DB2-366FD8485FC6}"/>
                  </a:ext>
                </a:extLst>
              </p:cNvPr>
              <p:cNvCxnSpPr>
                <a:cxnSpLocks/>
                <a:stCxn id="306" idx="3"/>
                <a:endCxn id="303" idx="7"/>
              </p:cNvCxnSpPr>
              <p:nvPr/>
            </p:nvCxnSpPr>
            <p:spPr>
              <a:xfrm flipH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직선 연결선 317">
                <a:extLst>
                  <a:ext uri="{FF2B5EF4-FFF2-40B4-BE49-F238E27FC236}">
                    <a16:creationId xmlns:a16="http://schemas.microsoft.com/office/drawing/2014/main" id="{107E4CC6-CCE2-499F-B75C-22CAF7B5A8F3}"/>
                  </a:ext>
                </a:extLst>
              </p:cNvPr>
              <p:cNvCxnSpPr>
                <a:cxnSpLocks/>
                <a:stCxn id="305" idx="1"/>
                <a:endCxn id="300" idx="5"/>
              </p:cNvCxnSpPr>
              <p:nvPr/>
            </p:nvCxnSpPr>
            <p:spPr>
              <a:xfrm flipH="1" flipV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직선 연결선 318">
                <a:extLst>
                  <a:ext uri="{FF2B5EF4-FFF2-40B4-BE49-F238E27FC236}">
                    <a16:creationId xmlns:a16="http://schemas.microsoft.com/office/drawing/2014/main" id="{065221F3-7BA7-4A17-BEEA-7676163909B2}"/>
                  </a:ext>
                </a:extLst>
              </p:cNvPr>
              <p:cNvCxnSpPr>
                <a:cxnSpLocks/>
                <a:stCxn id="304" idx="3"/>
                <a:endCxn id="301" idx="7"/>
              </p:cNvCxnSpPr>
              <p:nvPr/>
            </p:nvCxnSpPr>
            <p:spPr>
              <a:xfrm flipH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8" name="처리 7">
              <a:extLst>
                <a:ext uri="{FF2B5EF4-FFF2-40B4-BE49-F238E27FC236}">
                  <a16:creationId xmlns:a16="http://schemas.microsoft.com/office/drawing/2014/main" id="{BB882608-59D0-4544-A161-97EBC9984EB6}"/>
                </a:ext>
              </a:extLst>
            </p:cNvPr>
            <p:cNvSpPr/>
            <p:nvPr/>
          </p:nvSpPr>
          <p:spPr>
            <a:xfrm>
              <a:off x="9562427" y="2327029"/>
              <a:ext cx="618366" cy="322997"/>
            </a:xfrm>
            <a:prstGeom prst="flowChartProcess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MLP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BE2F7FE0-CB44-4D1A-BF1D-ACEA19A84A9F}"/>
              </a:ext>
            </a:extLst>
          </p:cNvPr>
          <p:cNvCxnSpPr>
            <a:cxnSpLocks/>
            <a:stCxn id="150" idx="3"/>
            <a:endCxn id="232" idx="1"/>
          </p:cNvCxnSpPr>
          <p:nvPr/>
        </p:nvCxnSpPr>
        <p:spPr>
          <a:xfrm>
            <a:off x="8941802" y="2318851"/>
            <a:ext cx="1849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1E0DA55B-25D8-47B6-90BE-C3599639E9B1}"/>
              </a:ext>
            </a:extLst>
          </p:cNvPr>
          <p:cNvCxnSpPr>
            <a:cxnSpLocks/>
            <a:stCxn id="204" idx="3"/>
            <a:endCxn id="299" idx="1"/>
          </p:cNvCxnSpPr>
          <p:nvPr/>
        </p:nvCxnSpPr>
        <p:spPr>
          <a:xfrm>
            <a:off x="8941802" y="5289847"/>
            <a:ext cx="1849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8" name="직선 화살표 연결선 327">
            <a:extLst>
              <a:ext uri="{FF2B5EF4-FFF2-40B4-BE49-F238E27FC236}">
                <a16:creationId xmlns:a16="http://schemas.microsoft.com/office/drawing/2014/main" id="{3E5A2E8E-DCE1-49C3-A7E4-42ECD0259DC3}"/>
              </a:ext>
            </a:extLst>
          </p:cNvPr>
          <p:cNvCxnSpPr>
            <a:cxnSpLocks/>
            <a:stCxn id="232" idx="3"/>
            <a:endCxn id="335" idx="1"/>
          </p:cNvCxnSpPr>
          <p:nvPr/>
        </p:nvCxnSpPr>
        <p:spPr>
          <a:xfrm>
            <a:off x="9851747" y="2318851"/>
            <a:ext cx="210031" cy="5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9" name="직선 화살표 연결선 328">
            <a:extLst>
              <a:ext uri="{FF2B5EF4-FFF2-40B4-BE49-F238E27FC236}">
                <a16:creationId xmlns:a16="http://schemas.microsoft.com/office/drawing/2014/main" id="{ADB51760-70A4-4B8A-82C4-709B59468CF0}"/>
              </a:ext>
            </a:extLst>
          </p:cNvPr>
          <p:cNvCxnSpPr>
            <a:cxnSpLocks/>
            <a:stCxn id="299" idx="3"/>
          </p:cNvCxnSpPr>
          <p:nvPr/>
        </p:nvCxnSpPr>
        <p:spPr>
          <a:xfrm>
            <a:off x="9851747" y="5289847"/>
            <a:ext cx="1351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5" name="처리 7">
            <a:extLst>
              <a:ext uri="{FF2B5EF4-FFF2-40B4-BE49-F238E27FC236}">
                <a16:creationId xmlns:a16="http://schemas.microsoft.com/office/drawing/2014/main" id="{CD9FCB93-8841-476D-9AC4-B1C91CDCB54B}"/>
              </a:ext>
            </a:extLst>
          </p:cNvPr>
          <p:cNvSpPr/>
          <p:nvPr/>
        </p:nvSpPr>
        <p:spPr>
          <a:xfrm>
            <a:off x="10061778" y="2162574"/>
            <a:ext cx="1248692" cy="322997"/>
          </a:xfrm>
          <a:prstGeom prst="flowChartProcess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Preference</a:t>
            </a:r>
          </a:p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score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336" name="처리 7">
            <a:extLst>
              <a:ext uri="{FF2B5EF4-FFF2-40B4-BE49-F238E27FC236}">
                <a16:creationId xmlns:a16="http://schemas.microsoft.com/office/drawing/2014/main" id="{817FEAF2-0C83-40EB-961A-2E46089655DA}"/>
              </a:ext>
            </a:extLst>
          </p:cNvPr>
          <p:cNvSpPr/>
          <p:nvPr/>
        </p:nvSpPr>
        <p:spPr>
          <a:xfrm>
            <a:off x="10061778" y="5127250"/>
            <a:ext cx="1248692" cy="322997"/>
          </a:xfrm>
          <a:prstGeom prst="flowChartProcess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Combination</a:t>
            </a:r>
          </a:p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score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4664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endParaRPr lang="en-US" altLang="ko-KR" sz="200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FF2B233F-6C82-FC76-2AAE-96A8D42D54F3}"/>
              </a:ext>
            </a:extLst>
          </p:cNvPr>
          <p:cNvGrpSpPr/>
          <p:nvPr/>
        </p:nvGrpSpPr>
        <p:grpSpPr>
          <a:xfrm>
            <a:off x="804478" y="806293"/>
            <a:ext cx="8762946" cy="5707606"/>
            <a:chOff x="804478" y="806293"/>
            <a:chExt cx="8762946" cy="5707606"/>
          </a:xfrm>
        </p:grpSpPr>
        <p:sp>
          <p:nvSpPr>
            <p:cNvPr id="86" name="처리 7">
              <a:extLst>
                <a:ext uri="{FF2B5EF4-FFF2-40B4-BE49-F238E27FC236}">
                  <a16:creationId xmlns:a16="http://schemas.microsoft.com/office/drawing/2014/main" id="{4B93EE78-781F-D5E0-7176-47C3562B8D1B}"/>
                </a:ext>
              </a:extLst>
            </p:cNvPr>
            <p:cNvSpPr/>
            <p:nvPr/>
          </p:nvSpPr>
          <p:spPr>
            <a:xfrm>
              <a:off x="1795345" y="2824847"/>
              <a:ext cx="2680771" cy="2676306"/>
            </a:xfrm>
            <a:prstGeom prst="flowChartProcess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052000"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새로운 세대 식단 생성</a:t>
              </a:r>
            </a:p>
          </p:txBody>
        </p:sp>
        <p:sp>
          <p:nvSpPr>
            <p:cNvPr id="5" name="수행의 시작/종료 4">
              <a:extLst>
                <a:ext uri="{FF2B5EF4-FFF2-40B4-BE49-F238E27FC236}">
                  <a16:creationId xmlns:a16="http://schemas.microsoft.com/office/drawing/2014/main" id="{DD96944A-03F6-4ACA-8AF7-C57CA0086A45}"/>
                </a:ext>
              </a:extLst>
            </p:cNvPr>
            <p:cNvSpPr/>
            <p:nvPr/>
          </p:nvSpPr>
          <p:spPr>
            <a:xfrm>
              <a:off x="6068896" y="806293"/>
              <a:ext cx="1703504" cy="600039"/>
            </a:xfrm>
            <a:prstGeom prst="flowChartTermina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ysClr val="windowText" lastClr="000000"/>
                  </a:solidFill>
                  <a:latin typeface="+mn-ea"/>
                </a:rPr>
                <a:t>Start</a:t>
              </a:r>
              <a:endParaRPr lang="ko-KR" altLang="en-US" b="1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7" name="처리 7">
              <a:extLst>
                <a:ext uri="{FF2B5EF4-FFF2-40B4-BE49-F238E27FC236}">
                  <a16:creationId xmlns:a16="http://schemas.microsoft.com/office/drawing/2014/main" id="{2FF545A3-E33D-4891-ADCB-78A2B9BDFBA1}"/>
                </a:ext>
              </a:extLst>
            </p:cNvPr>
            <p:cNvSpPr/>
            <p:nvPr/>
          </p:nvSpPr>
          <p:spPr>
            <a:xfrm>
              <a:off x="5356880" y="1801872"/>
              <a:ext cx="3127536" cy="628167"/>
            </a:xfrm>
            <a:prstGeom prst="flowChartProcess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>
                  <a:solidFill>
                    <a:sysClr val="windowText" lastClr="000000"/>
                  </a:solidFill>
                  <a:latin typeface="+mn-ea"/>
                </a:rPr>
                <a:t>초기</a:t>
              </a:r>
              <a:r>
                <a:rPr lang="en-US" altLang="ko-KR" b="1">
                  <a:solidFill>
                    <a:sysClr val="windowText" lastClr="000000"/>
                  </a:solidFill>
                  <a:latin typeface="+mn-ea"/>
                </a:rPr>
                <a:t> </a:t>
              </a:r>
              <a:r>
                <a:rPr lang="ko-KR" altLang="en-US" b="1">
                  <a:solidFill>
                    <a:sysClr val="windowText" lastClr="000000"/>
                  </a:solidFill>
                  <a:latin typeface="+mn-ea"/>
                </a:rPr>
                <a:t>식단 </a:t>
              </a:r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집단 생성</a:t>
              </a:r>
            </a:p>
          </p:txBody>
        </p:sp>
        <p:sp>
          <p:nvSpPr>
            <p:cNvPr id="10" name="처리 7">
              <a:extLst>
                <a:ext uri="{FF2B5EF4-FFF2-40B4-BE49-F238E27FC236}">
                  <a16:creationId xmlns:a16="http://schemas.microsoft.com/office/drawing/2014/main" id="{BC98369A-44CC-4A82-881A-FB12D08FE99F}"/>
                </a:ext>
              </a:extLst>
            </p:cNvPr>
            <p:cNvSpPr/>
            <p:nvPr/>
          </p:nvSpPr>
          <p:spPr>
            <a:xfrm>
              <a:off x="5356880" y="2825579"/>
              <a:ext cx="3127536" cy="628167"/>
            </a:xfrm>
            <a:prstGeom prst="flowChartProcess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사용자 맞춤 식단 평가</a:t>
              </a:r>
            </a:p>
          </p:txBody>
        </p:sp>
        <p:sp>
          <p:nvSpPr>
            <p:cNvPr id="12" name="처리 7">
              <a:extLst>
                <a:ext uri="{FF2B5EF4-FFF2-40B4-BE49-F238E27FC236}">
                  <a16:creationId xmlns:a16="http://schemas.microsoft.com/office/drawing/2014/main" id="{9583FE6C-B7B3-4DB8-834D-E36DCD563759}"/>
                </a:ext>
              </a:extLst>
            </p:cNvPr>
            <p:cNvSpPr/>
            <p:nvPr/>
          </p:nvSpPr>
          <p:spPr>
            <a:xfrm>
              <a:off x="5356880" y="4872992"/>
              <a:ext cx="3127536" cy="628167"/>
            </a:xfrm>
            <a:prstGeom prst="flowChartDecision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>
                  <a:solidFill>
                    <a:sysClr val="windowText" lastClr="000000"/>
                  </a:solidFill>
                  <a:latin typeface="+mn-ea"/>
                </a:rPr>
                <a:t>적합도 충족</a:t>
              </a:r>
              <a:r>
                <a:rPr lang="en-US" altLang="ko-KR" b="1">
                  <a:solidFill>
                    <a:sysClr val="windowText" lastClr="000000"/>
                  </a:solidFill>
                  <a:latin typeface="+mn-ea"/>
                </a:rPr>
                <a:t>?</a:t>
              </a:r>
              <a:endParaRPr lang="ko-KR" altLang="en-US" b="1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7" name="순서도: 데이터 26">
              <a:extLst>
                <a:ext uri="{FF2B5EF4-FFF2-40B4-BE49-F238E27FC236}">
                  <a16:creationId xmlns:a16="http://schemas.microsoft.com/office/drawing/2014/main" id="{2167E845-129E-4106-9F83-15E1EA9EF1F4}"/>
                </a:ext>
              </a:extLst>
            </p:cNvPr>
            <p:cNvSpPr/>
            <p:nvPr/>
          </p:nvSpPr>
          <p:spPr>
            <a:xfrm>
              <a:off x="5356878" y="5896701"/>
              <a:ext cx="3127536" cy="61719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파레토 최적 해집합 도출</a:t>
              </a:r>
            </a:p>
          </p:txBody>
        </p:sp>
        <p:sp>
          <p:nvSpPr>
            <p:cNvPr id="61" name="처리 7">
              <a:extLst>
                <a:ext uri="{FF2B5EF4-FFF2-40B4-BE49-F238E27FC236}">
                  <a16:creationId xmlns:a16="http://schemas.microsoft.com/office/drawing/2014/main" id="{FD1FB473-7D6F-7A0D-6327-A1AD635FDB7B}"/>
                </a:ext>
              </a:extLst>
            </p:cNvPr>
            <p:cNvSpPr/>
            <p:nvPr/>
          </p:nvSpPr>
          <p:spPr>
            <a:xfrm>
              <a:off x="5356880" y="3849285"/>
              <a:ext cx="3127536" cy="628167"/>
            </a:xfrm>
            <a:prstGeom prst="flowChartProcess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err="1">
                  <a:solidFill>
                    <a:sysClr val="windowText" lastClr="000000"/>
                  </a:solidFill>
                  <a:latin typeface="+mn-ea"/>
                </a:rPr>
                <a:t>비지배</a:t>
              </a:r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 정렬 및 적합도 계산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9A702E8E-558B-4421-9CCC-9CFE1E66D5CF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6920648" y="1406332"/>
              <a:ext cx="0" cy="39554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C6B2CE3C-2C80-4167-9DB4-A8ABC3C567BA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>
              <a:off x="6920648" y="2430039"/>
              <a:ext cx="0" cy="3955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F21BF87B-079C-49AE-ABDF-D4BE4B6E7872}"/>
                </a:ext>
              </a:extLst>
            </p:cNvPr>
            <p:cNvCxnSpPr>
              <a:cxnSpLocks/>
              <a:stCxn id="61" idx="2"/>
              <a:endCxn id="12" idx="0"/>
            </p:cNvCxnSpPr>
            <p:nvPr/>
          </p:nvCxnSpPr>
          <p:spPr>
            <a:xfrm>
              <a:off x="6920648" y="4477453"/>
              <a:ext cx="0" cy="3955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4DAB5A7B-B2EA-4F90-B51D-82CC8A11507F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4476116" y="5187075"/>
              <a:ext cx="88076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70DFEFEC-2455-4839-A01D-70DF689424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6116" y="3171059"/>
              <a:ext cx="88076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A069444-952F-4BBE-BF29-6CFA3E1C42B2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>
              <a:off x="6920645" y="5501160"/>
              <a:ext cx="4" cy="3955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76816833-5E7C-AE77-79AA-D9DFFE479304}"/>
                </a:ext>
              </a:extLst>
            </p:cNvPr>
            <p:cNvCxnSpPr>
              <a:cxnSpLocks/>
              <a:stCxn id="10" idx="2"/>
              <a:endCxn id="61" idx="0"/>
            </p:cNvCxnSpPr>
            <p:nvPr/>
          </p:nvCxnSpPr>
          <p:spPr>
            <a:xfrm>
              <a:off x="6920648" y="3453746"/>
              <a:ext cx="0" cy="3955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구부러진 연결선 20">
              <a:extLst>
                <a:ext uri="{FF2B5EF4-FFF2-40B4-BE49-F238E27FC236}">
                  <a16:creationId xmlns:a16="http://schemas.microsoft.com/office/drawing/2014/main" id="{D07BE73F-3DB2-603A-D813-C30B01DEC37C}"/>
                </a:ext>
              </a:extLst>
            </p:cNvPr>
            <p:cNvCxnSpPr>
              <a:cxnSpLocks/>
              <a:stCxn id="7" idx="3"/>
              <a:endCxn id="74" idx="1"/>
            </p:cNvCxnSpPr>
            <p:nvPr/>
          </p:nvCxnSpPr>
          <p:spPr>
            <a:xfrm flipV="1">
              <a:off x="8484416" y="1978510"/>
              <a:ext cx="472110" cy="137446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구부러진 연결선 20">
              <a:extLst>
                <a:ext uri="{FF2B5EF4-FFF2-40B4-BE49-F238E27FC236}">
                  <a16:creationId xmlns:a16="http://schemas.microsoft.com/office/drawing/2014/main" id="{A7D066B8-C1A9-F958-ABD6-80EE8B4216DE}"/>
                </a:ext>
              </a:extLst>
            </p:cNvPr>
            <p:cNvCxnSpPr>
              <a:cxnSpLocks/>
              <a:stCxn id="10" idx="3"/>
              <a:endCxn id="76" idx="1"/>
            </p:cNvCxnSpPr>
            <p:nvPr/>
          </p:nvCxnSpPr>
          <p:spPr>
            <a:xfrm flipV="1">
              <a:off x="8484416" y="3015354"/>
              <a:ext cx="472110" cy="124309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구부러진 연결선 20">
              <a:extLst>
                <a:ext uri="{FF2B5EF4-FFF2-40B4-BE49-F238E27FC236}">
                  <a16:creationId xmlns:a16="http://schemas.microsoft.com/office/drawing/2014/main" id="{AD5E5CC5-5EF0-0F35-3732-9A332DA6F0D3}"/>
                </a:ext>
              </a:extLst>
            </p:cNvPr>
            <p:cNvCxnSpPr>
              <a:cxnSpLocks/>
              <a:stCxn id="61" idx="3"/>
              <a:endCxn id="83" idx="1"/>
            </p:cNvCxnSpPr>
            <p:nvPr/>
          </p:nvCxnSpPr>
          <p:spPr>
            <a:xfrm flipV="1">
              <a:off x="8484416" y="4040316"/>
              <a:ext cx="472110" cy="123053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구부러진 연결선 20">
              <a:extLst>
                <a:ext uri="{FF2B5EF4-FFF2-40B4-BE49-F238E27FC236}">
                  <a16:creationId xmlns:a16="http://schemas.microsoft.com/office/drawing/2014/main" id="{262DBDB2-4953-7ED5-D89E-3958D39F880D}"/>
                </a:ext>
              </a:extLst>
            </p:cNvPr>
            <p:cNvCxnSpPr>
              <a:cxnSpLocks/>
              <a:endCxn id="96" idx="3"/>
            </p:cNvCxnSpPr>
            <p:nvPr/>
          </p:nvCxnSpPr>
          <p:spPr>
            <a:xfrm rot="10800000">
              <a:off x="1415377" y="3009514"/>
              <a:ext cx="379973" cy="269577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구부러진 연결선 20">
              <a:extLst>
                <a:ext uri="{FF2B5EF4-FFF2-40B4-BE49-F238E27FC236}">
                  <a16:creationId xmlns:a16="http://schemas.microsoft.com/office/drawing/2014/main" id="{F00DD2F6-47AD-CFD8-E416-C4DC7D1402B5}"/>
                </a:ext>
              </a:extLst>
            </p:cNvPr>
            <p:cNvCxnSpPr>
              <a:cxnSpLocks/>
              <a:stCxn id="27" idx="3"/>
              <a:endCxn id="100" idx="1"/>
            </p:cNvCxnSpPr>
            <p:nvPr/>
          </p:nvCxnSpPr>
          <p:spPr>
            <a:xfrm flipV="1">
              <a:off x="8484414" y="6081365"/>
              <a:ext cx="472112" cy="123935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429CB1E-B3BC-45C2-A0F9-8F9F229FE3C9}"/>
                </a:ext>
              </a:extLst>
            </p:cNvPr>
            <p:cNvSpPr/>
            <p:nvPr/>
          </p:nvSpPr>
          <p:spPr>
            <a:xfrm>
              <a:off x="4652465" y="4753134"/>
              <a:ext cx="5965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No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5E99454-B023-4063-A791-4C9F0BADA13E}"/>
                </a:ext>
              </a:extLst>
            </p:cNvPr>
            <p:cNvSpPr/>
            <p:nvPr/>
          </p:nvSpPr>
          <p:spPr>
            <a:xfrm>
              <a:off x="6920645" y="5511065"/>
              <a:ext cx="6133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chemeClr val="tx1"/>
                  </a:solidFill>
                  <a:latin typeface="+mn-ea"/>
                </a:rPr>
                <a:t>Yes</a:t>
              </a:r>
              <a:endParaRPr lang="ko-KR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9BD8E7F-40B2-4149-9901-2146D10E9F12}"/>
                </a:ext>
              </a:extLst>
            </p:cNvPr>
            <p:cNvSpPr txBox="1"/>
            <p:nvPr/>
          </p:nvSpPr>
          <p:spPr>
            <a:xfrm>
              <a:off x="8956526" y="1788003"/>
              <a:ext cx="610898" cy="3810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tx1"/>
                  </a:solidFill>
                  <a:latin typeface="+mn-ea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US" altLang="ko-KR" dirty="0"/>
                <a:t>410</a:t>
              </a:r>
              <a:endParaRPr lang="ko-KR" alt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87FB4C8-699A-E364-BE4D-D59F2D634352}"/>
                </a:ext>
              </a:extLst>
            </p:cNvPr>
            <p:cNvSpPr txBox="1"/>
            <p:nvPr/>
          </p:nvSpPr>
          <p:spPr>
            <a:xfrm>
              <a:off x="8956526" y="2824847"/>
              <a:ext cx="610898" cy="3810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tx1"/>
                  </a:solidFill>
                  <a:latin typeface="+mn-ea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US" altLang="ko-KR" dirty="0"/>
                <a:t>420</a:t>
              </a:r>
              <a:endParaRPr lang="ko-KR" alt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573E0DF-6D50-08A5-7E01-0846BED4A6D9}"/>
                </a:ext>
              </a:extLst>
            </p:cNvPr>
            <p:cNvSpPr txBox="1"/>
            <p:nvPr/>
          </p:nvSpPr>
          <p:spPr>
            <a:xfrm>
              <a:off x="8956526" y="3855650"/>
              <a:ext cx="6108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tx1"/>
                  </a:solidFill>
                  <a:latin typeface="+mn-ea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US" altLang="ko-KR" dirty="0"/>
                <a:t>430</a:t>
              </a:r>
              <a:endParaRPr lang="ko-KR" alt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CF922EE-49E0-3D7D-1FE8-192DD303A859}"/>
                </a:ext>
              </a:extLst>
            </p:cNvPr>
            <p:cNvSpPr txBox="1"/>
            <p:nvPr/>
          </p:nvSpPr>
          <p:spPr>
            <a:xfrm>
              <a:off x="804478" y="2824847"/>
              <a:ext cx="6108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>
                  <a:latin typeface="+mn-ea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US" altLang="ko-KR" dirty="0"/>
                <a:t>440</a:t>
              </a:r>
              <a:endParaRPr lang="ko-KR" alt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5EF8990-D1DA-28C4-4C41-6E7E5DE228F3}"/>
                </a:ext>
              </a:extLst>
            </p:cNvPr>
            <p:cNvSpPr txBox="1"/>
            <p:nvPr/>
          </p:nvSpPr>
          <p:spPr>
            <a:xfrm>
              <a:off x="8956526" y="5896699"/>
              <a:ext cx="6108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tx1"/>
                  </a:solidFill>
                  <a:latin typeface="+mn-ea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US" altLang="ko-KR" dirty="0"/>
                <a:t>450</a:t>
              </a:r>
              <a:endParaRPr lang="ko-KR" altLang="en-US" dirty="0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3E82909D-25AF-B1C5-CF76-DE089A1FFEE6}"/>
                </a:ext>
              </a:extLst>
            </p:cNvPr>
            <p:cNvGrpSpPr/>
            <p:nvPr/>
          </p:nvGrpSpPr>
          <p:grpSpPr>
            <a:xfrm>
              <a:off x="2001662" y="3505336"/>
              <a:ext cx="2268138" cy="1790199"/>
              <a:chOff x="2001662" y="3563228"/>
              <a:chExt cx="2268138" cy="1699504"/>
            </a:xfrm>
          </p:grpSpPr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FA98CD32-C093-1930-A740-1D0FB774F324}"/>
                  </a:ext>
                </a:extLst>
              </p:cNvPr>
              <p:cNvGrpSpPr/>
              <p:nvPr/>
            </p:nvGrpSpPr>
            <p:grpSpPr>
              <a:xfrm>
                <a:off x="2001662" y="3563228"/>
                <a:ext cx="2268138" cy="1699504"/>
                <a:chOff x="1244711" y="3182863"/>
                <a:chExt cx="2118751" cy="1708515"/>
              </a:xfrm>
            </p:grpSpPr>
            <p:sp>
              <p:nvSpPr>
                <p:cNvPr id="87" name="처리 7">
                  <a:extLst>
                    <a:ext uri="{FF2B5EF4-FFF2-40B4-BE49-F238E27FC236}">
                      <a16:creationId xmlns:a16="http://schemas.microsoft.com/office/drawing/2014/main" id="{0A8B3A55-E10E-EFE2-3E94-4A7787813BAB}"/>
                    </a:ext>
                  </a:extLst>
                </p:cNvPr>
                <p:cNvSpPr/>
                <p:nvPr/>
              </p:nvSpPr>
              <p:spPr>
                <a:xfrm>
                  <a:off x="1244711" y="3182863"/>
                  <a:ext cx="2118751" cy="417391"/>
                </a:xfrm>
                <a:prstGeom prst="flowChartProcess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돌연변이 연산</a:t>
                  </a:r>
                </a:p>
              </p:txBody>
            </p:sp>
            <p:sp>
              <p:nvSpPr>
                <p:cNvPr id="88" name="처리 7">
                  <a:extLst>
                    <a:ext uri="{FF2B5EF4-FFF2-40B4-BE49-F238E27FC236}">
                      <a16:creationId xmlns:a16="http://schemas.microsoft.com/office/drawing/2014/main" id="{B91B2B79-8006-2644-4E80-A159C945E4DF}"/>
                    </a:ext>
                  </a:extLst>
                </p:cNvPr>
                <p:cNvSpPr/>
                <p:nvPr/>
              </p:nvSpPr>
              <p:spPr>
                <a:xfrm>
                  <a:off x="1244711" y="4473987"/>
                  <a:ext cx="2118751" cy="417391"/>
                </a:xfrm>
                <a:prstGeom prst="flowChartProcess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>
                      <a:solidFill>
                        <a:sysClr val="windowText" lastClr="000000"/>
                      </a:solidFill>
                      <a:latin typeface="+mn-ea"/>
                    </a:rPr>
                    <a:t>부모 식단 선택</a:t>
                  </a:r>
                </a:p>
              </p:txBody>
            </p:sp>
            <p:sp>
              <p:nvSpPr>
                <p:cNvPr id="90" name="처리 7">
                  <a:extLst>
                    <a:ext uri="{FF2B5EF4-FFF2-40B4-BE49-F238E27FC236}">
                      <a16:creationId xmlns:a16="http://schemas.microsoft.com/office/drawing/2014/main" id="{BB15A8D1-4789-7B78-7B10-28B1805D5DDD}"/>
                    </a:ext>
                  </a:extLst>
                </p:cNvPr>
                <p:cNvSpPr/>
                <p:nvPr/>
              </p:nvSpPr>
              <p:spPr>
                <a:xfrm>
                  <a:off x="1244711" y="3825481"/>
                  <a:ext cx="2118751" cy="417391"/>
                </a:xfrm>
                <a:prstGeom prst="flowChartProcess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>
                      <a:solidFill>
                        <a:sysClr val="windowText" lastClr="000000"/>
                      </a:solidFill>
                      <a:latin typeface="+mn-ea"/>
                    </a:rPr>
                    <a:t>교차 연산</a:t>
                  </a:r>
                </a:p>
              </p:txBody>
            </p:sp>
          </p:grpSp>
          <p:cxnSp>
            <p:nvCxnSpPr>
              <p:cNvPr id="110" name="직선 화살표 연결선 109">
                <a:extLst>
                  <a:ext uri="{FF2B5EF4-FFF2-40B4-BE49-F238E27FC236}">
                    <a16:creationId xmlns:a16="http://schemas.microsoft.com/office/drawing/2014/main" id="{0CB7C635-D701-8834-38D1-9312C10061BA}"/>
                  </a:ext>
                </a:extLst>
              </p:cNvPr>
              <p:cNvCxnSpPr>
                <a:cxnSpLocks/>
                <a:stCxn id="90" idx="0"/>
                <a:endCxn id="87" idx="2"/>
              </p:cNvCxnSpPr>
              <p:nvPr/>
            </p:nvCxnSpPr>
            <p:spPr>
              <a:xfrm flipV="1">
                <a:off x="3135731" y="3978417"/>
                <a:ext cx="0" cy="22404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직선 화살표 연결선 110">
                <a:extLst>
                  <a:ext uri="{FF2B5EF4-FFF2-40B4-BE49-F238E27FC236}">
                    <a16:creationId xmlns:a16="http://schemas.microsoft.com/office/drawing/2014/main" id="{79FC53B2-2503-2F0B-74B2-AAC1B742AC01}"/>
                  </a:ext>
                </a:extLst>
              </p:cNvPr>
              <p:cNvCxnSpPr>
                <a:cxnSpLocks/>
                <a:stCxn id="88" idx="0"/>
                <a:endCxn id="90" idx="2"/>
              </p:cNvCxnSpPr>
              <p:nvPr/>
            </p:nvCxnSpPr>
            <p:spPr>
              <a:xfrm flipV="1">
                <a:off x="3135731" y="4617646"/>
                <a:ext cx="0" cy="22989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7248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_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설명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2" name="처리 7">
            <a:extLst>
              <a:ext uri="{FF2B5EF4-FFF2-40B4-BE49-F238E27FC236}">
                <a16:creationId xmlns:a16="http://schemas.microsoft.com/office/drawing/2014/main" id="{287D4B78-06DD-4D2D-866D-74724C3761F7}"/>
              </a:ext>
            </a:extLst>
          </p:cNvPr>
          <p:cNvSpPr/>
          <p:nvPr/>
        </p:nvSpPr>
        <p:spPr>
          <a:xfrm>
            <a:off x="203624" y="759535"/>
            <a:ext cx="8721301" cy="40011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b="1">
                <a:latin typeface="+mj-lt"/>
              </a:rPr>
              <a:t>2. </a:t>
            </a:r>
            <a:r>
              <a:rPr kumimoji="1" lang="ko-KR" altLang="en-US" sz="1400" b="1"/>
              <a:t>선호도 및 식품 조합 예측을 위한 학습</a:t>
            </a:r>
            <a:r>
              <a:rPr kumimoji="1" lang="en-US" altLang="ko-KR" sz="1400" b="1"/>
              <a:t> </a:t>
            </a:r>
            <a:r>
              <a:rPr kumimoji="1" lang="ko-KR" altLang="en-US" sz="1400" b="1"/>
              <a:t>데이터 구축 </a:t>
            </a:r>
            <a:r>
              <a:rPr kumimoji="1" lang="en-US" altLang="ko-KR" sz="1400" b="1"/>
              <a:t>(Heterogeneous Graph)</a:t>
            </a:r>
            <a:endParaRPr kumimoji="1" lang="ko-KR" altLang="en-US" sz="1400" b="1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7C91F4A-C1B2-45E6-BF30-BA8B01E57C74}"/>
              </a:ext>
            </a:extLst>
          </p:cNvPr>
          <p:cNvSpPr/>
          <p:nvPr/>
        </p:nvSpPr>
        <p:spPr>
          <a:xfrm>
            <a:off x="1695450" y="3076575"/>
            <a:ext cx="1114425" cy="111442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ysClr val="windowText" lastClr="000000"/>
                </a:solidFill>
              </a:rPr>
              <a:t>U</a:t>
            </a:r>
          </a:p>
          <a:p>
            <a:pPr algn="ctr"/>
            <a:r>
              <a:rPr lang="en-US" altLang="ko-KR" sz="1600" b="1" dirty="0">
                <a:solidFill>
                  <a:sysClr val="windowText" lastClr="000000"/>
                </a:solidFill>
              </a:rPr>
              <a:t>(user)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A139C2A-82E9-453C-92FF-F4AB23381CB4}"/>
              </a:ext>
            </a:extLst>
          </p:cNvPr>
          <p:cNvSpPr/>
          <p:nvPr/>
        </p:nvSpPr>
        <p:spPr>
          <a:xfrm>
            <a:off x="4808599" y="3076575"/>
            <a:ext cx="1114425" cy="11144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ysClr val="windowText" lastClr="000000"/>
                </a:solidFill>
              </a:rPr>
              <a:t>F</a:t>
            </a:r>
          </a:p>
          <a:p>
            <a:pPr algn="ctr"/>
            <a:r>
              <a:rPr lang="en-US" altLang="ko-KR" sz="1600" b="1">
                <a:solidFill>
                  <a:sysClr val="windowText" lastClr="000000"/>
                </a:solidFill>
              </a:rPr>
              <a:t>(food)</a:t>
            </a:r>
            <a:endParaRPr lang="ko-KR" altLang="en-US" sz="1600" b="1">
              <a:solidFill>
                <a:sysClr val="windowText" lastClr="00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6F57128-D910-42A4-B855-16C581C45E43}"/>
              </a:ext>
            </a:extLst>
          </p:cNvPr>
          <p:cNvSpPr/>
          <p:nvPr/>
        </p:nvSpPr>
        <p:spPr>
          <a:xfrm>
            <a:off x="7923276" y="1962150"/>
            <a:ext cx="1114425" cy="111442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ysClr val="windowText" lastClr="000000"/>
                </a:solidFill>
              </a:rPr>
              <a:t>I</a:t>
            </a:r>
          </a:p>
          <a:p>
            <a:pPr algn="ctr"/>
            <a:r>
              <a:rPr lang="en-US" altLang="ko-KR" sz="1600" b="1">
                <a:solidFill>
                  <a:sysClr val="windowText" lastClr="000000"/>
                </a:solidFill>
              </a:rPr>
              <a:t>(ingre</a:t>
            </a:r>
          </a:p>
          <a:p>
            <a:pPr algn="ctr"/>
            <a:r>
              <a:rPr lang="en-US" altLang="ko-KR" sz="1600" b="1">
                <a:solidFill>
                  <a:sysClr val="windowText" lastClr="000000"/>
                </a:solidFill>
              </a:rPr>
              <a:t>-dient)</a:t>
            </a:r>
            <a:endParaRPr lang="ko-KR" altLang="en-US" sz="1600" b="1">
              <a:solidFill>
                <a:sysClr val="windowText" lastClr="00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8FCEEFB-7D98-45C8-86A0-EDFC390E93C6}"/>
              </a:ext>
            </a:extLst>
          </p:cNvPr>
          <p:cNvSpPr/>
          <p:nvPr/>
        </p:nvSpPr>
        <p:spPr>
          <a:xfrm>
            <a:off x="7923276" y="4095749"/>
            <a:ext cx="1114425" cy="11144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ysClr val="windowText" lastClr="000000"/>
                </a:solidFill>
              </a:rPr>
              <a:t>M</a:t>
            </a:r>
          </a:p>
          <a:p>
            <a:pPr algn="ctr"/>
            <a:r>
              <a:rPr lang="en-US" altLang="ko-KR" sz="1600" b="1" dirty="0">
                <a:solidFill>
                  <a:sysClr val="windowText" lastClr="000000"/>
                </a:solidFill>
              </a:rPr>
              <a:t>(meal)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8FD28D3-119A-4356-BED2-1C03828B1C83}"/>
              </a:ext>
            </a:extLst>
          </p:cNvPr>
          <p:cNvCxnSpPr>
            <a:stCxn id="2" idx="6"/>
            <a:endCxn id="16" idx="2"/>
          </p:cNvCxnSpPr>
          <p:nvPr/>
        </p:nvCxnSpPr>
        <p:spPr>
          <a:xfrm>
            <a:off x="2809875" y="3633788"/>
            <a:ext cx="19987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416A3C-505B-492E-B429-A882E6C445F0}"/>
              </a:ext>
            </a:extLst>
          </p:cNvPr>
          <p:cNvSpPr/>
          <p:nvPr/>
        </p:nvSpPr>
        <p:spPr>
          <a:xfrm>
            <a:off x="3542176" y="3326010"/>
            <a:ext cx="534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solidFill>
                  <a:schemeClr val="accent6">
                    <a:lumMod val="50000"/>
                  </a:schemeClr>
                </a:solidFill>
              </a:rPr>
              <a:t>eats</a:t>
            </a:r>
            <a:endParaRPr lang="ko-KR" altLang="en-US" sz="1400" b="1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FF422D1-B80F-48DB-9AA3-CF38804C47A8}"/>
              </a:ext>
            </a:extLst>
          </p:cNvPr>
          <p:cNvGrpSpPr/>
          <p:nvPr/>
        </p:nvGrpSpPr>
        <p:grpSpPr>
          <a:xfrm>
            <a:off x="5923024" y="2519363"/>
            <a:ext cx="2000252" cy="1114425"/>
            <a:chOff x="2824053" y="2836963"/>
            <a:chExt cx="2000252" cy="1114425"/>
          </a:xfrm>
        </p:grpSpPr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EF7502C4-2698-465E-94AF-7915CE345949}"/>
                </a:ext>
              </a:extLst>
            </p:cNvPr>
            <p:cNvCxnSpPr>
              <a:cxnSpLocks/>
              <a:stCxn id="16" idx="6"/>
              <a:endCxn id="14" idx="2"/>
            </p:cNvCxnSpPr>
            <p:nvPr/>
          </p:nvCxnSpPr>
          <p:spPr>
            <a:xfrm flipV="1">
              <a:off x="2824053" y="2836963"/>
              <a:ext cx="2000252" cy="11144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52536B9-AFC8-44C0-A7CA-59DEFDA0626E}"/>
                </a:ext>
              </a:extLst>
            </p:cNvPr>
            <p:cNvSpPr/>
            <p:nvPr/>
          </p:nvSpPr>
          <p:spPr>
            <a:xfrm rot="19841748">
              <a:off x="3326632" y="3088183"/>
              <a:ext cx="90120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b="1">
                  <a:solidFill>
                    <a:schemeClr val="accent6">
                      <a:lumMod val="50000"/>
                    </a:schemeClr>
                  </a:solidFill>
                </a:rPr>
                <a:t>contains</a:t>
              </a:r>
              <a:endParaRPr lang="ko-KR" altLang="en-US" sz="14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8E300DD-D6DD-48DE-BD9E-5D1B01EB7E23}"/>
              </a:ext>
            </a:extLst>
          </p:cNvPr>
          <p:cNvGrpSpPr/>
          <p:nvPr/>
        </p:nvGrpSpPr>
        <p:grpSpPr>
          <a:xfrm>
            <a:off x="5923024" y="3633788"/>
            <a:ext cx="2000252" cy="1019174"/>
            <a:chOff x="2671653" y="3798988"/>
            <a:chExt cx="2000252" cy="1019174"/>
          </a:xfrm>
        </p:grpSpPr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C2ED50C8-19EF-4851-B8B8-256E45B3042F}"/>
                </a:ext>
              </a:extLst>
            </p:cNvPr>
            <p:cNvCxnSpPr>
              <a:cxnSpLocks/>
              <a:stCxn id="16" idx="6"/>
              <a:endCxn id="21" idx="2"/>
            </p:cNvCxnSpPr>
            <p:nvPr/>
          </p:nvCxnSpPr>
          <p:spPr>
            <a:xfrm>
              <a:off x="2671653" y="3798988"/>
              <a:ext cx="2000252" cy="10191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0A7F855-A5B4-4A79-994C-E93F8550D837}"/>
                </a:ext>
              </a:extLst>
            </p:cNvPr>
            <p:cNvSpPr/>
            <p:nvPr/>
          </p:nvSpPr>
          <p:spPr>
            <a:xfrm rot="1641763">
              <a:off x="3415025" y="4063983"/>
              <a:ext cx="90204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b="1">
                  <a:solidFill>
                    <a:schemeClr val="accent6">
                      <a:lumMod val="50000"/>
                    </a:schemeClr>
                  </a:solidFill>
                </a:rPr>
                <a:t>eaten_at</a:t>
              </a:r>
              <a:endParaRPr lang="ko-KR" altLang="en-US" sz="14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51" name="원호 50">
            <a:extLst>
              <a:ext uri="{FF2B5EF4-FFF2-40B4-BE49-F238E27FC236}">
                <a16:creationId xmlns:a16="http://schemas.microsoft.com/office/drawing/2014/main" id="{28BEB4FE-DDDC-4140-8B0C-FD2BBD8E6B9C}"/>
              </a:ext>
            </a:extLst>
          </p:cNvPr>
          <p:cNvSpPr/>
          <p:nvPr/>
        </p:nvSpPr>
        <p:spPr>
          <a:xfrm>
            <a:off x="4995285" y="2308635"/>
            <a:ext cx="833854" cy="892944"/>
          </a:xfrm>
          <a:prstGeom prst="arc">
            <a:avLst>
              <a:gd name="adj1" fmla="val 7467574"/>
              <a:gd name="adj2" fmla="val 3665856"/>
            </a:avLst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86A9C13-E01E-474B-9142-C55FD04A652F}"/>
              </a:ext>
            </a:extLst>
          </p:cNvPr>
          <p:cNvSpPr/>
          <p:nvPr/>
        </p:nvSpPr>
        <p:spPr>
          <a:xfrm>
            <a:off x="5113636" y="1985315"/>
            <a:ext cx="5971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solidFill>
                  <a:schemeClr val="accent6">
                    <a:lumMod val="50000"/>
                  </a:schemeClr>
                </a:solidFill>
              </a:rPr>
              <a:t>pairs</a:t>
            </a:r>
            <a:endParaRPr lang="ko-KR" altLang="en-US" sz="1400" b="1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BBEC4D54-7615-4E2D-8A13-8A71DF698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854220"/>
              </p:ext>
            </p:extLst>
          </p:nvPr>
        </p:nvGraphicFramePr>
        <p:xfrm>
          <a:off x="1847404" y="4057651"/>
          <a:ext cx="1404620" cy="26669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666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W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C4EB6C05-CCD0-4E97-870B-495C20667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280878"/>
              </p:ext>
            </p:extLst>
          </p:nvPr>
        </p:nvGraphicFramePr>
        <p:xfrm>
          <a:off x="4868187" y="4057651"/>
          <a:ext cx="1495425" cy="26669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9908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666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1273EF8-139E-4394-9E4F-F76331816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52508"/>
              </p:ext>
            </p:extLst>
          </p:nvPr>
        </p:nvGraphicFramePr>
        <p:xfrm>
          <a:off x="8003500" y="2980683"/>
          <a:ext cx="1501457" cy="26669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05117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666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F3633CEC-C150-44F4-BBB4-A239D0DF4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300916"/>
              </p:ext>
            </p:extLst>
          </p:nvPr>
        </p:nvGraphicFramePr>
        <p:xfrm>
          <a:off x="7937624" y="5076825"/>
          <a:ext cx="1196340" cy="26669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9908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</a:tblGrid>
              <a:tr h="2666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635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96D68A70-B328-4B59-A48D-9790C70B14DB}"/>
              </a:ext>
            </a:extLst>
          </p:cNvPr>
          <p:cNvSpPr/>
          <p:nvPr/>
        </p:nvSpPr>
        <p:spPr>
          <a:xfrm>
            <a:off x="4088154" y="2262109"/>
            <a:ext cx="2699699" cy="30575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D66CCBE-F82F-41A2-8C50-3F81C416F3EB}"/>
              </a:ext>
            </a:extLst>
          </p:cNvPr>
          <p:cNvSpPr/>
          <p:nvPr/>
        </p:nvSpPr>
        <p:spPr>
          <a:xfrm>
            <a:off x="4143071" y="3380358"/>
            <a:ext cx="443738" cy="4437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U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BAC9BF8-BF21-4FA3-A924-B1148EF9839D}"/>
              </a:ext>
            </a:extLst>
          </p:cNvPr>
          <p:cNvSpPr/>
          <p:nvPr/>
        </p:nvSpPr>
        <p:spPr>
          <a:xfrm>
            <a:off x="5079829" y="3380358"/>
            <a:ext cx="443738" cy="44373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83C72BAE-EA7C-4B74-80F6-01603BAA1C4F}"/>
              </a:ext>
            </a:extLst>
          </p:cNvPr>
          <p:cNvSpPr/>
          <p:nvPr/>
        </p:nvSpPr>
        <p:spPr>
          <a:xfrm>
            <a:off x="5570761" y="2834843"/>
            <a:ext cx="443738" cy="44373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</a:rPr>
              <a:t>U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FDE90DB5-952D-4877-A71E-028A0AF02A52}"/>
              </a:ext>
            </a:extLst>
          </p:cNvPr>
          <p:cNvSpPr/>
          <p:nvPr/>
        </p:nvSpPr>
        <p:spPr>
          <a:xfrm>
            <a:off x="5996251" y="3380358"/>
            <a:ext cx="443738" cy="44373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4029EA0A-661F-4D1B-8AE9-A4B1EF57C552}"/>
              </a:ext>
            </a:extLst>
          </p:cNvPr>
          <p:cNvCxnSpPr>
            <a:cxnSpLocks/>
            <a:endCxn id="190" idx="2"/>
          </p:cNvCxnSpPr>
          <p:nvPr/>
        </p:nvCxnSpPr>
        <p:spPr>
          <a:xfrm>
            <a:off x="4586809" y="3602227"/>
            <a:ext cx="493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DABCABD0-2341-475E-8CC1-E7FA6D96FDF2}"/>
              </a:ext>
            </a:extLst>
          </p:cNvPr>
          <p:cNvCxnSpPr>
            <a:cxnSpLocks/>
            <a:endCxn id="190" idx="7"/>
          </p:cNvCxnSpPr>
          <p:nvPr/>
        </p:nvCxnSpPr>
        <p:spPr>
          <a:xfrm flipH="1">
            <a:off x="5458583" y="3213596"/>
            <a:ext cx="177162" cy="231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EACA3D11-8EA8-4922-8CFB-CE5B29538CE0}"/>
              </a:ext>
            </a:extLst>
          </p:cNvPr>
          <p:cNvCxnSpPr>
            <a:cxnSpLocks/>
            <a:stCxn id="190" idx="6"/>
            <a:endCxn id="192" idx="2"/>
          </p:cNvCxnSpPr>
          <p:nvPr/>
        </p:nvCxnSpPr>
        <p:spPr>
          <a:xfrm>
            <a:off x="5523567" y="3602227"/>
            <a:ext cx="4726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7" name="오각형 196">
            <a:extLst>
              <a:ext uri="{FF2B5EF4-FFF2-40B4-BE49-F238E27FC236}">
                <a16:creationId xmlns:a16="http://schemas.microsoft.com/office/drawing/2014/main" id="{C9B6EE88-D2BB-446F-A6F9-AF0F0B4C92B7}"/>
              </a:ext>
            </a:extLst>
          </p:cNvPr>
          <p:cNvSpPr/>
          <p:nvPr/>
        </p:nvSpPr>
        <p:spPr>
          <a:xfrm>
            <a:off x="4575785" y="2834843"/>
            <a:ext cx="443738" cy="443737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98" name="다이아몬드 197">
            <a:extLst>
              <a:ext uri="{FF2B5EF4-FFF2-40B4-BE49-F238E27FC236}">
                <a16:creationId xmlns:a16="http://schemas.microsoft.com/office/drawing/2014/main" id="{BCCB8FF2-1363-476A-91CC-602CAB3C390E}"/>
              </a:ext>
            </a:extLst>
          </p:cNvPr>
          <p:cNvSpPr/>
          <p:nvPr/>
        </p:nvSpPr>
        <p:spPr>
          <a:xfrm>
            <a:off x="4575785" y="3933719"/>
            <a:ext cx="443738" cy="44373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203" name="오각형 202">
            <a:extLst>
              <a:ext uri="{FF2B5EF4-FFF2-40B4-BE49-F238E27FC236}">
                <a16:creationId xmlns:a16="http://schemas.microsoft.com/office/drawing/2014/main" id="{535A35F8-509F-4A3B-B9EB-2DFB76AA9A82}"/>
              </a:ext>
            </a:extLst>
          </p:cNvPr>
          <p:cNvSpPr/>
          <p:nvPr/>
        </p:nvSpPr>
        <p:spPr>
          <a:xfrm>
            <a:off x="5570761" y="3933719"/>
            <a:ext cx="443738" cy="443737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E9372498-0CED-4036-951B-211CCCF69467}"/>
              </a:ext>
            </a:extLst>
          </p:cNvPr>
          <p:cNvCxnSpPr>
            <a:cxnSpLocks/>
            <a:stCxn id="190" idx="1"/>
          </p:cNvCxnSpPr>
          <p:nvPr/>
        </p:nvCxnSpPr>
        <p:spPr>
          <a:xfrm flipH="1" flipV="1">
            <a:off x="4954539" y="3213596"/>
            <a:ext cx="190274" cy="231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DC1FA376-F8D0-401F-8053-1FC605D9ACC7}"/>
              </a:ext>
            </a:extLst>
          </p:cNvPr>
          <p:cNvCxnSpPr>
            <a:cxnSpLocks/>
            <a:stCxn id="190" idx="3"/>
          </p:cNvCxnSpPr>
          <p:nvPr/>
        </p:nvCxnSpPr>
        <p:spPr>
          <a:xfrm flipH="1">
            <a:off x="4954539" y="3759111"/>
            <a:ext cx="190274" cy="23959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C64A32AF-6026-4A01-A5D0-287FE1908CB7}"/>
              </a:ext>
            </a:extLst>
          </p:cNvPr>
          <p:cNvCxnSpPr>
            <a:cxnSpLocks/>
            <a:stCxn id="192" idx="3"/>
          </p:cNvCxnSpPr>
          <p:nvPr/>
        </p:nvCxnSpPr>
        <p:spPr>
          <a:xfrm flipH="1">
            <a:off x="5949515" y="3759111"/>
            <a:ext cx="111720" cy="239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2" name="육각형 211">
            <a:extLst>
              <a:ext uri="{FF2B5EF4-FFF2-40B4-BE49-F238E27FC236}">
                <a16:creationId xmlns:a16="http://schemas.microsoft.com/office/drawing/2014/main" id="{B9F952E0-FF34-4787-854E-85AF03A75E0B}"/>
              </a:ext>
            </a:extLst>
          </p:cNvPr>
          <p:cNvSpPr/>
          <p:nvPr/>
        </p:nvSpPr>
        <p:spPr>
          <a:xfrm>
            <a:off x="5075320" y="4448999"/>
            <a:ext cx="443738" cy="443737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67676E4A-66F2-48DE-BC95-ECE9E0F23F90}"/>
              </a:ext>
            </a:extLst>
          </p:cNvPr>
          <p:cNvSpPr/>
          <p:nvPr/>
        </p:nvSpPr>
        <p:spPr>
          <a:xfrm>
            <a:off x="5967382" y="4448999"/>
            <a:ext cx="443738" cy="44373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AB5ABFE7-771A-4416-A24D-92AC6E55A160}"/>
              </a:ext>
            </a:extLst>
          </p:cNvPr>
          <p:cNvCxnSpPr>
            <a:cxnSpLocks/>
            <a:stCxn id="213" idx="2"/>
          </p:cNvCxnSpPr>
          <p:nvPr/>
        </p:nvCxnSpPr>
        <p:spPr>
          <a:xfrm flipH="1">
            <a:off x="5519058" y="4670868"/>
            <a:ext cx="448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8626E024-A50D-439A-92BD-9F879EF552FB}"/>
              </a:ext>
            </a:extLst>
          </p:cNvPr>
          <p:cNvCxnSpPr>
            <a:cxnSpLocks/>
            <a:stCxn id="213" idx="1"/>
          </p:cNvCxnSpPr>
          <p:nvPr/>
        </p:nvCxnSpPr>
        <p:spPr>
          <a:xfrm flipH="1" flipV="1">
            <a:off x="5949515" y="4312472"/>
            <a:ext cx="82851" cy="201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AA27691E-D315-4357-BEF5-28BA918BB9D2}"/>
              </a:ext>
            </a:extLst>
          </p:cNvPr>
          <p:cNvCxnSpPr>
            <a:cxnSpLocks/>
            <a:stCxn id="190" idx="4"/>
          </p:cNvCxnSpPr>
          <p:nvPr/>
        </p:nvCxnSpPr>
        <p:spPr>
          <a:xfrm flipH="1">
            <a:off x="5297189" y="3824095"/>
            <a:ext cx="4509" cy="62490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F2FC071D-FA32-4A23-92BA-163FA9BFCF66}"/>
              </a:ext>
            </a:extLst>
          </p:cNvPr>
          <p:cNvGrpSpPr/>
          <p:nvPr/>
        </p:nvGrpSpPr>
        <p:grpSpPr>
          <a:xfrm>
            <a:off x="7274817" y="3730531"/>
            <a:ext cx="4118295" cy="2838643"/>
            <a:chOff x="3604249" y="2233340"/>
            <a:chExt cx="2699699" cy="2838643"/>
          </a:xfrm>
        </p:grpSpPr>
        <p:sp>
          <p:nvSpPr>
            <p:cNvPr id="200" name="사각형: 둥근 모서리 199">
              <a:extLst>
                <a:ext uri="{FF2B5EF4-FFF2-40B4-BE49-F238E27FC236}">
                  <a16:creationId xmlns:a16="http://schemas.microsoft.com/office/drawing/2014/main" id="{98DB0C0A-A01D-4CB2-9715-656A4F0DA71C}"/>
                </a:ext>
              </a:extLst>
            </p:cNvPr>
            <p:cNvSpPr/>
            <p:nvPr/>
          </p:nvSpPr>
          <p:spPr>
            <a:xfrm>
              <a:off x="3604249" y="2410367"/>
              <a:ext cx="2699699" cy="26616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처리 7">
              <a:extLst>
                <a:ext uri="{FF2B5EF4-FFF2-40B4-BE49-F238E27FC236}">
                  <a16:creationId xmlns:a16="http://schemas.microsoft.com/office/drawing/2014/main" id="{FCB7238B-656F-41C2-8BFE-A7DB8A6047FA}"/>
                </a:ext>
              </a:extLst>
            </p:cNvPr>
            <p:cNvSpPr/>
            <p:nvPr/>
          </p:nvSpPr>
          <p:spPr>
            <a:xfrm>
              <a:off x="4232671" y="2233340"/>
              <a:ext cx="1442854" cy="322997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Combi Decoder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CF71FBAE-D5AF-4A03-B599-9EEA7B1C706A}"/>
              </a:ext>
            </a:extLst>
          </p:cNvPr>
          <p:cNvGrpSpPr/>
          <p:nvPr/>
        </p:nvGrpSpPr>
        <p:grpSpPr>
          <a:xfrm>
            <a:off x="7274817" y="759535"/>
            <a:ext cx="4118295" cy="2838643"/>
            <a:chOff x="3604249" y="2233340"/>
            <a:chExt cx="2699699" cy="2838643"/>
          </a:xfrm>
        </p:grpSpPr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E65C6FEB-DC57-4457-9EF3-CF71F49217D6}"/>
                </a:ext>
              </a:extLst>
            </p:cNvPr>
            <p:cNvSpPr/>
            <p:nvPr/>
          </p:nvSpPr>
          <p:spPr>
            <a:xfrm>
              <a:off x="3604249" y="2410367"/>
              <a:ext cx="2699699" cy="26616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처리 7">
              <a:extLst>
                <a:ext uri="{FF2B5EF4-FFF2-40B4-BE49-F238E27FC236}">
                  <a16:creationId xmlns:a16="http://schemas.microsoft.com/office/drawing/2014/main" id="{C4ED7460-4A79-4A41-ABC2-DBD898274EF3}"/>
                </a:ext>
              </a:extLst>
            </p:cNvPr>
            <p:cNvSpPr/>
            <p:nvPr/>
          </p:nvSpPr>
          <p:spPr>
            <a:xfrm>
              <a:off x="4232671" y="2233340"/>
              <a:ext cx="1442854" cy="322997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Preference Decoder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460AE419-0B95-4CE2-B60F-665D8DC6D9AF}"/>
              </a:ext>
            </a:extLst>
          </p:cNvPr>
          <p:cNvGrpSpPr/>
          <p:nvPr/>
        </p:nvGrpSpPr>
        <p:grpSpPr>
          <a:xfrm>
            <a:off x="889424" y="2108863"/>
            <a:ext cx="2699699" cy="3210771"/>
            <a:chOff x="400050" y="2294679"/>
            <a:chExt cx="2699699" cy="3210771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9B3EEF53-11A4-495E-9C55-1F23DBF233FA}"/>
                </a:ext>
              </a:extLst>
            </p:cNvPr>
            <p:cNvSpPr/>
            <p:nvPr/>
          </p:nvSpPr>
          <p:spPr>
            <a:xfrm>
              <a:off x="400050" y="2447925"/>
              <a:ext cx="2699699" cy="30575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처리 7">
              <a:extLst>
                <a:ext uri="{FF2B5EF4-FFF2-40B4-BE49-F238E27FC236}">
                  <a16:creationId xmlns:a16="http://schemas.microsoft.com/office/drawing/2014/main" id="{5ACDB44D-5C5F-4C05-87AE-152A82CE0512}"/>
                </a:ext>
              </a:extLst>
            </p:cNvPr>
            <p:cNvSpPr/>
            <p:nvPr/>
          </p:nvSpPr>
          <p:spPr>
            <a:xfrm>
              <a:off x="978511" y="2294679"/>
              <a:ext cx="1542776" cy="322997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Input Graph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_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설명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2" name="처리 7">
            <a:extLst>
              <a:ext uri="{FF2B5EF4-FFF2-40B4-BE49-F238E27FC236}">
                <a16:creationId xmlns:a16="http://schemas.microsoft.com/office/drawing/2014/main" id="{287D4B78-06DD-4D2D-866D-74724C3761F7}"/>
              </a:ext>
            </a:extLst>
          </p:cNvPr>
          <p:cNvSpPr/>
          <p:nvPr/>
        </p:nvSpPr>
        <p:spPr>
          <a:xfrm>
            <a:off x="203624" y="759535"/>
            <a:ext cx="4469975" cy="40011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b="1">
                <a:latin typeface="+mj-lt"/>
              </a:rPr>
              <a:t>3. </a:t>
            </a:r>
            <a:r>
              <a:rPr kumimoji="1" lang="ko-KR" altLang="en-US" sz="1400" b="1"/>
              <a:t>선호도 및 식품 조합 예측을 위한 </a:t>
            </a:r>
            <a:r>
              <a:rPr kumimoji="1" lang="en-US" altLang="ko-KR" sz="1400" b="1">
                <a:latin typeface="+mj-lt"/>
              </a:rPr>
              <a:t>GNN </a:t>
            </a:r>
            <a:r>
              <a:rPr kumimoji="1" lang="ko-KR" altLang="en-US" sz="1400" b="1">
                <a:latin typeface="+mj-lt"/>
              </a:rPr>
              <a:t>모델 구축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C91F4A-C1B2-45E6-BF30-BA8B01E57C74}"/>
              </a:ext>
            </a:extLst>
          </p:cNvPr>
          <p:cNvSpPr/>
          <p:nvPr/>
        </p:nvSpPr>
        <p:spPr>
          <a:xfrm>
            <a:off x="940524" y="3380358"/>
            <a:ext cx="443738" cy="4437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U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A139C2A-82E9-453C-92FF-F4AB23381CB4}"/>
              </a:ext>
            </a:extLst>
          </p:cNvPr>
          <p:cNvSpPr/>
          <p:nvPr/>
        </p:nvSpPr>
        <p:spPr>
          <a:xfrm>
            <a:off x="1877282" y="3380358"/>
            <a:ext cx="443738" cy="44373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F57128-D910-42A4-B855-16C581C45E43}"/>
              </a:ext>
            </a:extLst>
          </p:cNvPr>
          <p:cNvSpPr/>
          <p:nvPr/>
        </p:nvSpPr>
        <p:spPr>
          <a:xfrm>
            <a:off x="2368214" y="2834843"/>
            <a:ext cx="443738" cy="44373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</a:rPr>
              <a:t>U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8FCEEFB-7D98-45C8-86A0-EDFC390E93C6}"/>
              </a:ext>
            </a:extLst>
          </p:cNvPr>
          <p:cNvSpPr/>
          <p:nvPr/>
        </p:nvSpPr>
        <p:spPr>
          <a:xfrm>
            <a:off x="2793704" y="3380358"/>
            <a:ext cx="443738" cy="44373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8FD28D3-119A-4356-BED2-1C03828B1C83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384262" y="3602227"/>
            <a:ext cx="493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F7502C4-2698-465E-94AF-7915CE345949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2256036" y="3213596"/>
            <a:ext cx="177162" cy="231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8460782-4132-410E-B747-C23BF1A3739C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>
            <a:off x="2321020" y="3602227"/>
            <a:ext cx="4726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4" name="오각형 43">
            <a:extLst>
              <a:ext uri="{FF2B5EF4-FFF2-40B4-BE49-F238E27FC236}">
                <a16:creationId xmlns:a16="http://schemas.microsoft.com/office/drawing/2014/main" id="{32E9990F-D959-4342-82DE-ADE6E7A29E1D}"/>
              </a:ext>
            </a:extLst>
          </p:cNvPr>
          <p:cNvSpPr/>
          <p:nvPr/>
        </p:nvSpPr>
        <p:spPr>
          <a:xfrm>
            <a:off x="1373238" y="2834843"/>
            <a:ext cx="443738" cy="443737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48" name="다이아몬드 47">
            <a:extLst>
              <a:ext uri="{FF2B5EF4-FFF2-40B4-BE49-F238E27FC236}">
                <a16:creationId xmlns:a16="http://schemas.microsoft.com/office/drawing/2014/main" id="{82D2F274-4BE2-4CDA-8904-A7C045AF0BF9}"/>
              </a:ext>
            </a:extLst>
          </p:cNvPr>
          <p:cNvSpPr/>
          <p:nvPr/>
        </p:nvSpPr>
        <p:spPr>
          <a:xfrm>
            <a:off x="1373238" y="3933719"/>
            <a:ext cx="443738" cy="44373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52" name="오각형 51">
            <a:extLst>
              <a:ext uri="{FF2B5EF4-FFF2-40B4-BE49-F238E27FC236}">
                <a16:creationId xmlns:a16="http://schemas.microsoft.com/office/drawing/2014/main" id="{AED9093C-53D8-4677-8A52-9AD63412D779}"/>
              </a:ext>
            </a:extLst>
          </p:cNvPr>
          <p:cNvSpPr/>
          <p:nvPr/>
        </p:nvSpPr>
        <p:spPr>
          <a:xfrm>
            <a:off x="2368214" y="3933719"/>
            <a:ext cx="443738" cy="443737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MI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C0CA986-FA9A-4D3C-A672-61A180F6AB2B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1751992" y="3213596"/>
            <a:ext cx="190274" cy="231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D3F6F44-96D3-4A39-819A-7BDC9E8B8492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1751992" y="3759111"/>
            <a:ext cx="190274" cy="23959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23631B1-9EE6-40F2-860C-2C8D6081078E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2746968" y="3759111"/>
            <a:ext cx="111720" cy="239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5" name="육각형 74">
            <a:extLst>
              <a:ext uri="{FF2B5EF4-FFF2-40B4-BE49-F238E27FC236}">
                <a16:creationId xmlns:a16="http://schemas.microsoft.com/office/drawing/2014/main" id="{B24B4772-D966-4677-8F91-114C5EBB6653}"/>
              </a:ext>
            </a:extLst>
          </p:cNvPr>
          <p:cNvSpPr/>
          <p:nvPr/>
        </p:nvSpPr>
        <p:spPr>
          <a:xfrm>
            <a:off x="1872773" y="4448999"/>
            <a:ext cx="443738" cy="443737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FI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2776C6B2-9C7A-40B7-BD95-3D91870FBFFC}"/>
              </a:ext>
            </a:extLst>
          </p:cNvPr>
          <p:cNvSpPr/>
          <p:nvPr/>
        </p:nvSpPr>
        <p:spPr>
          <a:xfrm>
            <a:off x="2764835" y="4448999"/>
            <a:ext cx="443738" cy="44373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ysClr val="windowText" lastClr="000000"/>
                </a:solidFill>
              </a:rPr>
              <a:t>F</a:t>
            </a:r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E6A4C184-FFFA-457C-A17E-AD3C09FF1BC7}"/>
              </a:ext>
            </a:extLst>
          </p:cNvPr>
          <p:cNvCxnSpPr>
            <a:cxnSpLocks/>
            <a:stCxn id="165" idx="2"/>
          </p:cNvCxnSpPr>
          <p:nvPr/>
        </p:nvCxnSpPr>
        <p:spPr>
          <a:xfrm flipH="1">
            <a:off x="2316511" y="4670868"/>
            <a:ext cx="448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A0292BDD-BFA5-4EF3-9E16-677F993AAABC}"/>
              </a:ext>
            </a:extLst>
          </p:cNvPr>
          <p:cNvCxnSpPr>
            <a:cxnSpLocks/>
            <a:stCxn id="165" idx="1"/>
          </p:cNvCxnSpPr>
          <p:nvPr/>
        </p:nvCxnSpPr>
        <p:spPr>
          <a:xfrm flipH="1" flipV="1">
            <a:off x="2746968" y="4312472"/>
            <a:ext cx="82851" cy="201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B1E98AD-8C4B-4279-A5CD-F1AA82A0CE1B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2094642" y="3824095"/>
            <a:ext cx="4509" cy="62490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E6942C2D-2951-4699-83D8-A36C17DCC32C}"/>
              </a:ext>
            </a:extLst>
          </p:cNvPr>
          <p:cNvGraphicFramePr>
            <a:graphicFrameLocks noGrp="1"/>
          </p:cNvGraphicFramePr>
          <p:nvPr/>
        </p:nvGraphicFramePr>
        <p:xfrm>
          <a:off x="2896158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044B741C-A8BE-4EA1-982B-E8F29C1E87BB}"/>
              </a:ext>
            </a:extLst>
          </p:cNvPr>
          <p:cNvGraphicFramePr>
            <a:graphicFrameLocks noGrp="1"/>
          </p:cNvGraphicFramePr>
          <p:nvPr/>
        </p:nvGraphicFramePr>
        <p:xfrm>
          <a:off x="1085283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1CD4DB37-611A-493D-B930-CD28D38697C4}"/>
              </a:ext>
            </a:extLst>
          </p:cNvPr>
          <p:cNvGraphicFramePr>
            <a:graphicFrameLocks noGrp="1"/>
          </p:cNvGraphicFramePr>
          <p:nvPr/>
        </p:nvGraphicFramePr>
        <p:xfrm>
          <a:off x="2449614" y="319904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EE3B8019-F814-457A-A845-A13BAD9C9EF6}"/>
              </a:ext>
            </a:extLst>
          </p:cNvPr>
          <p:cNvGraphicFramePr>
            <a:graphicFrameLocks noGrp="1"/>
          </p:cNvGraphicFramePr>
          <p:nvPr/>
        </p:nvGraphicFramePr>
        <p:xfrm>
          <a:off x="5188552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0815E8CC-0486-4C96-AD3A-91731912B380}"/>
              </a:ext>
            </a:extLst>
          </p:cNvPr>
          <p:cNvGraphicFramePr>
            <a:graphicFrameLocks noGrp="1"/>
          </p:cNvGraphicFramePr>
          <p:nvPr/>
        </p:nvGraphicFramePr>
        <p:xfrm>
          <a:off x="4235323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E74AAF66-CF09-4E9D-BF65-CABB423A1DD9}"/>
              </a:ext>
            </a:extLst>
          </p:cNvPr>
          <p:cNvGraphicFramePr>
            <a:graphicFrameLocks noGrp="1"/>
          </p:cNvGraphicFramePr>
          <p:nvPr/>
        </p:nvGraphicFramePr>
        <p:xfrm>
          <a:off x="5648944" y="3206175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3110370E-FCCA-431E-B1F5-E88348FEDCE7}"/>
              </a:ext>
            </a:extLst>
          </p:cNvPr>
          <p:cNvSpPr/>
          <p:nvPr/>
        </p:nvSpPr>
        <p:spPr>
          <a:xfrm>
            <a:off x="3705598" y="3347157"/>
            <a:ext cx="277355" cy="7750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3" name="표 132">
            <a:extLst>
              <a:ext uri="{FF2B5EF4-FFF2-40B4-BE49-F238E27FC236}">
                <a16:creationId xmlns:a16="http://schemas.microsoft.com/office/drawing/2014/main" id="{FBA67D1C-DFA6-4B7D-A96A-24BE926EC79D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2750878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34" name="표 133">
            <a:extLst>
              <a:ext uri="{FF2B5EF4-FFF2-40B4-BE49-F238E27FC236}">
                <a16:creationId xmlns:a16="http://schemas.microsoft.com/office/drawing/2014/main" id="{E0D1588F-CB9F-4175-A28E-4C4787E7D45D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1652916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6D95FE4D-038F-4DCD-8A46-85F1908C23EE}"/>
              </a:ext>
            </a:extLst>
          </p:cNvPr>
          <p:cNvCxnSpPr>
            <a:cxnSpLocks/>
            <a:endCxn id="134" idx="1"/>
          </p:cNvCxnSpPr>
          <p:nvPr/>
        </p:nvCxnSpPr>
        <p:spPr>
          <a:xfrm rot="5400000" flipH="1" flipV="1">
            <a:off x="6051743" y="1505274"/>
            <a:ext cx="1070457" cy="1588682"/>
          </a:xfrm>
          <a:prstGeom prst="curvedConnector2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97345C58-5CC5-488C-81AD-C6DDCB24EB32}"/>
              </a:ext>
            </a:extLst>
          </p:cNvPr>
          <p:cNvCxnSpPr>
            <a:cxnSpLocks/>
            <a:stCxn id="192" idx="6"/>
            <a:endCxn id="133" idx="1"/>
          </p:cNvCxnSpPr>
          <p:nvPr/>
        </p:nvCxnSpPr>
        <p:spPr>
          <a:xfrm flipV="1">
            <a:off x="6439989" y="2862348"/>
            <a:ext cx="941323" cy="739879"/>
          </a:xfrm>
          <a:prstGeom prst="curvedConnector3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49D8CFA3-FE3E-448D-8358-DA9C6CA0295B}"/>
              </a:ext>
            </a:extLst>
          </p:cNvPr>
          <p:cNvGraphicFramePr>
            <a:graphicFrameLocks noGrp="1"/>
          </p:cNvGraphicFramePr>
          <p:nvPr/>
        </p:nvGraphicFramePr>
        <p:xfrm>
          <a:off x="8737887" y="1204151"/>
          <a:ext cx="203915" cy="22294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77878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95675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83151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344479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2437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570222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243140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8912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934528"/>
                  </a:ext>
                </a:extLst>
              </a:tr>
            </a:tbl>
          </a:graphicData>
        </a:graphic>
      </p:graphicFrame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44429FE0-31EB-4999-BC2B-53888E8DC915}"/>
              </a:ext>
            </a:extLst>
          </p:cNvPr>
          <p:cNvCxnSpPr/>
          <p:nvPr/>
        </p:nvCxnSpPr>
        <p:spPr>
          <a:xfrm>
            <a:off x="8451685" y="1759745"/>
            <a:ext cx="252000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2951261F-E536-4EB1-BB1A-A3100CE21FAF}"/>
              </a:ext>
            </a:extLst>
          </p:cNvPr>
          <p:cNvCxnSpPr/>
          <p:nvPr/>
        </p:nvCxnSpPr>
        <p:spPr>
          <a:xfrm>
            <a:off x="8451685" y="2856270"/>
            <a:ext cx="25200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화살표: 오른쪽 160">
            <a:extLst>
              <a:ext uri="{FF2B5EF4-FFF2-40B4-BE49-F238E27FC236}">
                <a16:creationId xmlns:a16="http://schemas.microsoft.com/office/drawing/2014/main" id="{5838826E-E467-4736-A3B9-91946CF7D294}"/>
              </a:ext>
            </a:extLst>
          </p:cNvPr>
          <p:cNvSpPr/>
          <p:nvPr/>
        </p:nvSpPr>
        <p:spPr>
          <a:xfrm rot="19658591">
            <a:off x="6825877" y="2181350"/>
            <a:ext cx="392030" cy="3833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CCAC10AD-69E0-48C4-B9B7-21593DA8A610}"/>
              </a:ext>
            </a:extLst>
          </p:cNvPr>
          <p:cNvGraphicFramePr>
            <a:graphicFrameLocks noGrp="1"/>
          </p:cNvGraphicFramePr>
          <p:nvPr/>
        </p:nvGraphicFramePr>
        <p:xfrm>
          <a:off x="2896158" y="4823697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35C39BD9-04CC-406F-8B7F-A27924E673A9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5721874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04" name="표 203">
            <a:extLst>
              <a:ext uri="{FF2B5EF4-FFF2-40B4-BE49-F238E27FC236}">
                <a16:creationId xmlns:a16="http://schemas.microsoft.com/office/drawing/2014/main" id="{184B05E8-19B6-4A90-B4D7-3E2FB9B99149}"/>
              </a:ext>
            </a:extLst>
          </p:cNvPr>
          <p:cNvGraphicFramePr>
            <a:graphicFrameLocks noGrp="1"/>
          </p:cNvGraphicFramePr>
          <p:nvPr/>
        </p:nvGraphicFramePr>
        <p:xfrm>
          <a:off x="8737887" y="4175147"/>
          <a:ext cx="203915" cy="22294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2437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570222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243140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8912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93452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354949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995011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68583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4278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92334"/>
                  </a:ext>
                </a:extLst>
              </a:tr>
            </a:tbl>
          </a:graphicData>
        </a:graphic>
      </p:graphicFrame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5DAD9AFD-380F-4C02-9783-F0F0A2895E5F}"/>
              </a:ext>
            </a:extLst>
          </p:cNvPr>
          <p:cNvCxnSpPr/>
          <p:nvPr/>
        </p:nvCxnSpPr>
        <p:spPr>
          <a:xfrm>
            <a:off x="8451685" y="4730741"/>
            <a:ext cx="25200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C35EF7DE-9AFA-45C2-905D-C4C4FD3414C0}"/>
              </a:ext>
            </a:extLst>
          </p:cNvPr>
          <p:cNvCxnSpPr/>
          <p:nvPr/>
        </p:nvCxnSpPr>
        <p:spPr>
          <a:xfrm>
            <a:off x="8451685" y="5827266"/>
            <a:ext cx="25200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연결선: 꺾임 206">
            <a:extLst>
              <a:ext uri="{FF2B5EF4-FFF2-40B4-BE49-F238E27FC236}">
                <a16:creationId xmlns:a16="http://schemas.microsoft.com/office/drawing/2014/main" id="{DBA8FC84-D378-493C-894E-825A85806708}"/>
              </a:ext>
            </a:extLst>
          </p:cNvPr>
          <p:cNvCxnSpPr>
            <a:cxnSpLocks/>
            <a:stCxn id="192" idx="6"/>
            <a:endCxn id="218" idx="1"/>
          </p:cNvCxnSpPr>
          <p:nvPr/>
        </p:nvCxnSpPr>
        <p:spPr>
          <a:xfrm>
            <a:off x="6439989" y="3602227"/>
            <a:ext cx="941323" cy="1135600"/>
          </a:xfrm>
          <a:prstGeom prst="curvedConnector3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0" name="연결선: 꺾임 209">
            <a:extLst>
              <a:ext uri="{FF2B5EF4-FFF2-40B4-BE49-F238E27FC236}">
                <a16:creationId xmlns:a16="http://schemas.microsoft.com/office/drawing/2014/main" id="{B88FC956-7390-4982-A860-8CD87303C19D}"/>
              </a:ext>
            </a:extLst>
          </p:cNvPr>
          <p:cNvCxnSpPr>
            <a:cxnSpLocks/>
            <a:stCxn id="213" idx="4"/>
            <a:endCxn id="202" idx="1"/>
          </p:cNvCxnSpPr>
          <p:nvPr/>
        </p:nvCxnSpPr>
        <p:spPr>
          <a:xfrm rot="16200000" flipH="1">
            <a:off x="6314977" y="4767009"/>
            <a:ext cx="940608" cy="1192061"/>
          </a:xfrm>
          <a:prstGeom prst="curvedConnector2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218" name="표 217">
            <a:extLst>
              <a:ext uri="{FF2B5EF4-FFF2-40B4-BE49-F238E27FC236}">
                <a16:creationId xmlns:a16="http://schemas.microsoft.com/office/drawing/2014/main" id="{DDFC9A2D-103E-472C-A483-F6562A200716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4626357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32306C4E-FFC3-42F1-9354-6381AF020DD9}"/>
              </a:ext>
            </a:extLst>
          </p:cNvPr>
          <p:cNvGraphicFramePr>
            <a:graphicFrameLocks noGrp="1"/>
          </p:cNvGraphicFramePr>
          <p:nvPr/>
        </p:nvGraphicFramePr>
        <p:xfrm>
          <a:off x="1974252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181" name="자유형: 도형 180">
            <a:extLst>
              <a:ext uri="{FF2B5EF4-FFF2-40B4-BE49-F238E27FC236}">
                <a16:creationId xmlns:a16="http://schemas.microsoft.com/office/drawing/2014/main" id="{39851400-9EA7-46D2-BFED-662B6CD9686E}"/>
              </a:ext>
            </a:extLst>
          </p:cNvPr>
          <p:cNvSpPr/>
          <p:nvPr/>
        </p:nvSpPr>
        <p:spPr>
          <a:xfrm>
            <a:off x="5055821" y="3241622"/>
            <a:ext cx="111128" cy="152697"/>
          </a:xfrm>
          <a:custGeom>
            <a:avLst/>
            <a:gdLst>
              <a:gd name="connsiteX0" fmla="*/ 0 w 648848"/>
              <a:gd name="connsiteY0" fmla="*/ 0 h 895350"/>
              <a:gd name="connsiteX1" fmla="*/ 9525 w 648848"/>
              <a:gd name="connsiteY1" fmla="*/ 66675 h 895350"/>
              <a:gd name="connsiteX2" fmla="*/ 28575 w 648848"/>
              <a:gd name="connsiteY2" fmla="*/ 133350 h 895350"/>
              <a:gd name="connsiteX3" fmla="*/ 38100 w 648848"/>
              <a:gd name="connsiteY3" fmla="*/ 209550 h 895350"/>
              <a:gd name="connsiteX4" fmla="*/ 209550 w 648848"/>
              <a:gd name="connsiteY4" fmla="*/ 247650 h 895350"/>
              <a:gd name="connsiteX5" fmla="*/ 219075 w 648848"/>
              <a:gd name="connsiteY5" fmla="*/ 390525 h 895350"/>
              <a:gd name="connsiteX6" fmla="*/ 247650 w 648848"/>
              <a:gd name="connsiteY6" fmla="*/ 419100 h 895350"/>
              <a:gd name="connsiteX7" fmla="*/ 276225 w 648848"/>
              <a:gd name="connsiteY7" fmla="*/ 457200 h 895350"/>
              <a:gd name="connsiteX8" fmla="*/ 295275 w 648848"/>
              <a:gd name="connsiteY8" fmla="*/ 485775 h 895350"/>
              <a:gd name="connsiteX9" fmla="*/ 361950 w 648848"/>
              <a:gd name="connsiteY9" fmla="*/ 523875 h 895350"/>
              <a:gd name="connsiteX10" fmla="*/ 419100 w 648848"/>
              <a:gd name="connsiteY10" fmla="*/ 552450 h 895350"/>
              <a:gd name="connsiteX11" fmla="*/ 428625 w 648848"/>
              <a:gd name="connsiteY11" fmla="*/ 581025 h 895350"/>
              <a:gd name="connsiteX12" fmla="*/ 504825 w 648848"/>
              <a:gd name="connsiteY12" fmla="*/ 609600 h 895350"/>
              <a:gd name="connsiteX13" fmla="*/ 514350 w 648848"/>
              <a:gd name="connsiteY13" fmla="*/ 638175 h 895350"/>
              <a:gd name="connsiteX14" fmla="*/ 523875 w 648848"/>
              <a:gd name="connsiteY14" fmla="*/ 762000 h 895350"/>
              <a:gd name="connsiteX15" fmla="*/ 581025 w 648848"/>
              <a:gd name="connsiteY15" fmla="*/ 771525 h 895350"/>
              <a:gd name="connsiteX16" fmla="*/ 609600 w 648848"/>
              <a:gd name="connsiteY16" fmla="*/ 781050 h 895350"/>
              <a:gd name="connsiteX17" fmla="*/ 638175 w 648848"/>
              <a:gd name="connsiteY17" fmla="*/ 809625 h 895350"/>
              <a:gd name="connsiteX18" fmla="*/ 647700 w 648848"/>
              <a:gd name="connsiteY18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8848" h="895350">
                <a:moveTo>
                  <a:pt x="0" y="0"/>
                </a:moveTo>
                <a:cubicBezTo>
                  <a:pt x="3175" y="22225"/>
                  <a:pt x="5509" y="44586"/>
                  <a:pt x="9525" y="66675"/>
                </a:cubicBezTo>
                <a:cubicBezTo>
                  <a:pt x="14309" y="92987"/>
                  <a:pt x="20414" y="108867"/>
                  <a:pt x="28575" y="133350"/>
                </a:cubicBezTo>
                <a:cubicBezTo>
                  <a:pt x="31750" y="158750"/>
                  <a:pt x="33521" y="184365"/>
                  <a:pt x="38100" y="209550"/>
                </a:cubicBezTo>
                <a:cubicBezTo>
                  <a:pt x="52491" y="288699"/>
                  <a:pt x="103474" y="241410"/>
                  <a:pt x="209550" y="247650"/>
                </a:cubicBezTo>
                <a:cubicBezTo>
                  <a:pt x="212725" y="295275"/>
                  <a:pt x="208721" y="343931"/>
                  <a:pt x="219075" y="390525"/>
                </a:cubicBezTo>
                <a:cubicBezTo>
                  <a:pt x="221997" y="403675"/>
                  <a:pt x="238884" y="408873"/>
                  <a:pt x="247650" y="419100"/>
                </a:cubicBezTo>
                <a:cubicBezTo>
                  <a:pt x="257981" y="431153"/>
                  <a:pt x="266998" y="444282"/>
                  <a:pt x="276225" y="457200"/>
                </a:cubicBezTo>
                <a:cubicBezTo>
                  <a:pt x="282879" y="466515"/>
                  <a:pt x="287180" y="477680"/>
                  <a:pt x="295275" y="485775"/>
                </a:cubicBezTo>
                <a:cubicBezTo>
                  <a:pt x="310746" y="501246"/>
                  <a:pt x="344519" y="513914"/>
                  <a:pt x="361950" y="523875"/>
                </a:cubicBezTo>
                <a:cubicBezTo>
                  <a:pt x="413651" y="553418"/>
                  <a:pt x="366709" y="534986"/>
                  <a:pt x="419100" y="552450"/>
                </a:cubicBezTo>
                <a:cubicBezTo>
                  <a:pt x="422275" y="561975"/>
                  <a:pt x="422353" y="573185"/>
                  <a:pt x="428625" y="581025"/>
                </a:cubicBezTo>
                <a:cubicBezTo>
                  <a:pt x="447312" y="604384"/>
                  <a:pt x="479009" y="604437"/>
                  <a:pt x="504825" y="609600"/>
                </a:cubicBezTo>
                <a:cubicBezTo>
                  <a:pt x="508000" y="619125"/>
                  <a:pt x="513105" y="628212"/>
                  <a:pt x="514350" y="638175"/>
                </a:cubicBezTo>
                <a:cubicBezTo>
                  <a:pt x="519485" y="679252"/>
                  <a:pt x="505362" y="724973"/>
                  <a:pt x="523875" y="762000"/>
                </a:cubicBezTo>
                <a:cubicBezTo>
                  <a:pt x="532512" y="779274"/>
                  <a:pt x="562172" y="767335"/>
                  <a:pt x="581025" y="771525"/>
                </a:cubicBezTo>
                <a:cubicBezTo>
                  <a:pt x="590826" y="773703"/>
                  <a:pt x="600075" y="777875"/>
                  <a:pt x="609600" y="781050"/>
                </a:cubicBezTo>
                <a:cubicBezTo>
                  <a:pt x="619125" y="790575"/>
                  <a:pt x="630703" y="798417"/>
                  <a:pt x="638175" y="809625"/>
                </a:cubicBezTo>
                <a:cubicBezTo>
                  <a:pt x="653724" y="832949"/>
                  <a:pt x="647700" y="872413"/>
                  <a:pt x="647700" y="89535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2" name="자유형: 도형 181">
            <a:extLst>
              <a:ext uri="{FF2B5EF4-FFF2-40B4-BE49-F238E27FC236}">
                <a16:creationId xmlns:a16="http://schemas.microsoft.com/office/drawing/2014/main" id="{827C3704-860E-4D00-A435-E44B1F0251EC}"/>
              </a:ext>
            </a:extLst>
          </p:cNvPr>
          <p:cNvSpPr/>
          <p:nvPr/>
        </p:nvSpPr>
        <p:spPr>
          <a:xfrm rot="15310652">
            <a:off x="5444264" y="3175886"/>
            <a:ext cx="124445" cy="212084"/>
          </a:xfrm>
          <a:custGeom>
            <a:avLst/>
            <a:gdLst>
              <a:gd name="connsiteX0" fmla="*/ 0 w 648848"/>
              <a:gd name="connsiteY0" fmla="*/ 0 h 895350"/>
              <a:gd name="connsiteX1" fmla="*/ 9525 w 648848"/>
              <a:gd name="connsiteY1" fmla="*/ 66675 h 895350"/>
              <a:gd name="connsiteX2" fmla="*/ 28575 w 648848"/>
              <a:gd name="connsiteY2" fmla="*/ 133350 h 895350"/>
              <a:gd name="connsiteX3" fmla="*/ 38100 w 648848"/>
              <a:gd name="connsiteY3" fmla="*/ 209550 h 895350"/>
              <a:gd name="connsiteX4" fmla="*/ 209550 w 648848"/>
              <a:gd name="connsiteY4" fmla="*/ 247650 h 895350"/>
              <a:gd name="connsiteX5" fmla="*/ 219075 w 648848"/>
              <a:gd name="connsiteY5" fmla="*/ 390525 h 895350"/>
              <a:gd name="connsiteX6" fmla="*/ 247650 w 648848"/>
              <a:gd name="connsiteY6" fmla="*/ 419100 h 895350"/>
              <a:gd name="connsiteX7" fmla="*/ 276225 w 648848"/>
              <a:gd name="connsiteY7" fmla="*/ 457200 h 895350"/>
              <a:gd name="connsiteX8" fmla="*/ 295275 w 648848"/>
              <a:gd name="connsiteY8" fmla="*/ 485775 h 895350"/>
              <a:gd name="connsiteX9" fmla="*/ 361950 w 648848"/>
              <a:gd name="connsiteY9" fmla="*/ 523875 h 895350"/>
              <a:gd name="connsiteX10" fmla="*/ 419100 w 648848"/>
              <a:gd name="connsiteY10" fmla="*/ 552450 h 895350"/>
              <a:gd name="connsiteX11" fmla="*/ 428625 w 648848"/>
              <a:gd name="connsiteY11" fmla="*/ 581025 h 895350"/>
              <a:gd name="connsiteX12" fmla="*/ 504825 w 648848"/>
              <a:gd name="connsiteY12" fmla="*/ 609600 h 895350"/>
              <a:gd name="connsiteX13" fmla="*/ 514350 w 648848"/>
              <a:gd name="connsiteY13" fmla="*/ 638175 h 895350"/>
              <a:gd name="connsiteX14" fmla="*/ 523875 w 648848"/>
              <a:gd name="connsiteY14" fmla="*/ 762000 h 895350"/>
              <a:gd name="connsiteX15" fmla="*/ 581025 w 648848"/>
              <a:gd name="connsiteY15" fmla="*/ 771525 h 895350"/>
              <a:gd name="connsiteX16" fmla="*/ 609600 w 648848"/>
              <a:gd name="connsiteY16" fmla="*/ 781050 h 895350"/>
              <a:gd name="connsiteX17" fmla="*/ 638175 w 648848"/>
              <a:gd name="connsiteY17" fmla="*/ 809625 h 895350"/>
              <a:gd name="connsiteX18" fmla="*/ 647700 w 648848"/>
              <a:gd name="connsiteY18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8848" h="895350">
                <a:moveTo>
                  <a:pt x="0" y="0"/>
                </a:moveTo>
                <a:cubicBezTo>
                  <a:pt x="3175" y="22225"/>
                  <a:pt x="5509" y="44586"/>
                  <a:pt x="9525" y="66675"/>
                </a:cubicBezTo>
                <a:cubicBezTo>
                  <a:pt x="14309" y="92987"/>
                  <a:pt x="20414" y="108867"/>
                  <a:pt x="28575" y="133350"/>
                </a:cubicBezTo>
                <a:cubicBezTo>
                  <a:pt x="31750" y="158750"/>
                  <a:pt x="33521" y="184365"/>
                  <a:pt x="38100" y="209550"/>
                </a:cubicBezTo>
                <a:cubicBezTo>
                  <a:pt x="52491" y="288699"/>
                  <a:pt x="103474" y="241410"/>
                  <a:pt x="209550" y="247650"/>
                </a:cubicBezTo>
                <a:cubicBezTo>
                  <a:pt x="212725" y="295275"/>
                  <a:pt x="208721" y="343931"/>
                  <a:pt x="219075" y="390525"/>
                </a:cubicBezTo>
                <a:cubicBezTo>
                  <a:pt x="221997" y="403675"/>
                  <a:pt x="238884" y="408873"/>
                  <a:pt x="247650" y="419100"/>
                </a:cubicBezTo>
                <a:cubicBezTo>
                  <a:pt x="257981" y="431153"/>
                  <a:pt x="266998" y="444282"/>
                  <a:pt x="276225" y="457200"/>
                </a:cubicBezTo>
                <a:cubicBezTo>
                  <a:pt x="282879" y="466515"/>
                  <a:pt x="287180" y="477680"/>
                  <a:pt x="295275" y="485775"/>
                </a:cubicBezTo>
                <a:cubicBezTo>
                  <a:pt x="310746" y="501246"/>
                  <a:pt x="344519" y="513914"/>
                  <a:pt x="361950" y="523875"/>
                </a:cubicBezTo>
                <a:cubicBezTo>
                  <a:pt x="413651" y="553418"/>
                  <a:pt x="366709" y="534986"/>
                  <a:pt x="419100" y="552450"/>
                </a:cubicBezTo>
                <a:cubicBezTo>
                  <a:pt x="422275" y="561975"/>
                  <a:pt x="422353" y="573185"/>
                  <a:pt x="428625" y="581025"/>
                </a:cubicBezTo>
                <a:cubicBezTo>
                  <a:pt x="447312" y="604384"/>
                  <a:pt x="479009" y="604437"/>
                  <a:pt x="504825" y="609600"/>
                </a:cubicBezTo>
                <a:cubicBezTo>
                  <a:pt x="508000" y="619125"/>
                  <a:pt x="513105" y="628212"/>
                  <a:pt x="514350" y="638175"/>
                </a:cubicBezTo>
                <a:cubicBezTo>
                  <a:pt x="519485" y="679252"/>
                  <a:pt x="505362" y="724973"/>
                  <a:pt x="523875" y="762000"/>
                </a:cubicBezTo>
                <a:cubicBezTo>
                  <a:pt x="532512" y="779274"/>
                  <a:pt x="562172" y="767335"/>
                  <a:pt x="581025" y="771525"/>
                </a:cubicBezTo>
                <a:cubicBezTo>
                  <a:pt x="590826" y="773703"/>
                  <a:pt x="600075" y="777875"/>
                  <a:pt x="609600" y="781050"/>
                </a:cubicBezTo>
                <a:cubicBezTo>
                  <a:pt x="619125" y="790575"/>
                  <a:pt x="630703" y="798417"/>
                  <a:pt x="638175" y="809625"/>
                </a:cubicBezTo>
                <a:cubicBezTo>
                  <a:pt x="653724" y="832949"/>
                  <a:pt x="647700" y="872413"/>
                  <a:pt x="647700" y="89535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3" name="자유형: 도형 182">
            <a:extLst>
              <a:ext uri="{FF2B5EF4-FFF2-40B4-BE49-F238E27FC236}">
                <a16:creationId xmlns:a16="http://schemas.microsoft.com/office/drawing/2014/main" id="{416B0D3A-FE26-484C-9C24-3B2C8C95D676}"/>
              </a:ext>
            </a:extLst>
          </p:cNvPr>
          <p:cNvSpPr/>
          <p:nvPr/>
        </p:nvSpPr>
        <p:spPr>
          <a:xfrm>
            <a:off x="4631856" y="3530916"/>
            <a:ext cx="341915" cy="45719"/>
          </a:xfrm>
          <a:custGeom>
            <a:avLst/>
            <a:gdLst>
              <a:gd name="connsiteX0" fmla="*/ 0 w 812800"/>
              <a:gd name="connsiteY0" fmla="*/ 63500 h 63500"/>
              <a:gd name="connsiteX1" fmla="*/ 15875 w 812800"/>
              <a:gd name="connsiteY1" fmla="*/ 57150 h 63500"/>
              <a:gd name="connsiteX2" fmla="*/ 38100 w 812800"/>
              <a:gd name="connsiteY2" fmla="*/ 50800 h 63500"/>
              <a:gd name="connsiteX3" fmla="*/ 47625 w 812800"/>
              <a:gd name="connsiteY3" fmla="*/ 44450 h 63500"/>
              <a:gd name="connsiteX4" fmla="*/ 79375 w 812800"/>
              <a:gd name="connsiteY4" fmla="*/ 38100 h 63500"/>
              <a:gd name="connsiteX5" fmla="*/ 92075 w 812800"/>
              <a:gd name="connsiteY5" fmla="*/ 31750 h 63500"/>
              <a:gd name="connsiteX6" fmla="*/ 101600 w 812800"/>
              <a:gd name="connsiteY6" fmla="*/ 28575 h 63500"/>
              <a:gd name="connsiteX7" fmla="*/ 123825 w 812800"/>
              <a:gd name="connsiteY7" fmla="*/ 31750 h 63500"/>
              <a:gd name="connsiteX8" fmla="*/ 133350 w 812800"/>
              <a:gd name="connsiteY8" fmla="*/ 38100 h 63500"/>
              <a:gd name="connsiteX9" fmla="*/ 228600 w 812800"/>
              <a:gd name="connsiteY9" fmla="*/ 34925 h 63500"/>
              <a:gd name="connsiteX10" fmla="*/ 257175 w 812800"/>
              <a:gd name="connsiteY10" fmla="*/ 38100 h 63500"/>
              <a:gd name="connsiteX11" fmla="*/ 276225 w 812800"/>
              <a:gd name="connsiteY11" fmla="*/ 47625 h 63500"/>
              <a:gd name="connsiteX12" fmla="*/ 295275 w 812800"/>
              <a:gd name="connsiteY12" fmla="*/ 50800 h 63500"/>
              <a:gd name="connsiteX13" fmla="*/ 358775 w 812800"/>
              <a:gd name="connsiteY13" fmla="*/ 47625 h 63500"/>
              <a:gd name="connsiteX14" fmla="*/ 377825 w 812800"/>
              <a:gd name="connsiteY14" fmla="*/ 34925 h 63500"/>
              <a:gd name="connsiteX15" fmla="*/ 390525 w 812800"/>
              <a:gd name="connsiteY15" fmla="*/ 25400 h 63500"/>
              <a:gd name="connsiteX16" fmla="*/ 403225 w 812800"/>
              <a:gd name="connsiteY16" fmla="*/ 22225 h 63500"/>
              <a:gd name="connsiteX17" fmla="*/ 415925 w 812800"/>
              <a:gd name="connsiteY17" fmla="*/ 15875 h 63500"/>
              <a:gd name="connsiteX18" fmla="*/ 438150 w 812800"/>
              <a:gd name="connsiteY18" fmla="*/ 9525 h 63500"/>
              <a:gd name="connsiteX19" fmla="*/ 457200 w 812800"/>
              <a:gd name="connsiteY19" fmla="*/ 0 h 63500"/>
              <a:gd name="connsiteX20" fmla="*/ 479425 w 812800"/>
              <a:gd name="connsiteY20" fmla="*/ 3175 h 63500"/>
              <a:gd name="connsiteX21" fmla="*/ 482600 w 812800"/>
              <a:gd name="connsiteY21" fmla="*/ 15875 h 63500"/>
              <a:gd name="connsiteX22" fmla="*/ 514350 w 812800"/>
              <a:gd name="connsiteY22" fmla="*/ 41275 h 63500"/>
              <a:gd name="connsiteX23" fmla="*/ 565150 w 812800"/>
              <a:gd name="connsiteY23" fmla="*/ 47625 h 63500"/>
              <a:gd name="connsiteX24" fmla="*/ 590550 w 812800"/>
              <a:gd name="connsiteY24" fmla="*/ 50800 h 63500"/>
              <a:gd name="connsiteX25" fmla="*/ 654050 w 812800"/>
              <a:gd name="connsiteY25" fmla="*/ 53975 h 63500"/>
              <a:gd name="connsiteX26" fmla="*/ 663575 w 812800"/>
              <a:gd name="connsiteY26" fmla="*/ 47625 h 63500"/>
              <a:gd name="connsiteX27" fmla="*/ 679450 w 812800"/>
              <a:gd name="connsiteY27" fmla="*/ 44450 h 63500"/>
              <a:gd name="connsiteX28" fmla="*/ 698500 w 812800"/>
              <a:gd name="connsiteY28" fmla="*/ 38100 h 63500"/>
              <a:gd name="connsiteX29" fmla="*/ 730250 w 812800"/>
              <a:gd name="connsiteY29" fmla="*/ 47625 h 63500"/>
              <a:gd name="connsiteX30" fmla="*/ 812800 w 812800"/>
              <a:gd name="connsiteY30" fmla="*/ 47625 h 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12800" h="63500">
                <a:moveTo>
                  <a:pt x="0" y="63500"/>
                </a:moveTo>
                <a:cubicBezTo>
                  <a:pt x="5292" y="61383"/>
                  <a:pt x="10468" y="58952"/>
                  <a:pt x="15875" y="57150"/>
                </a:cubicBezTo>
                <a:cubicBezTo>
                  <a:pt x="23184" y="54714"/>
                  <a:pt x="30946" y="53661"/>
                  <a:pt x="38100" y="50800"/>
                </a:cubicBezTo>
                <a:cubicBezTo>
                  <a:pt x="41643" y="49383"/>
                  <a:pt x="44005" y="45657"/>
                  <a:pt x="47625" y="44450"/>
                </a:cubicBezTo>
                <a:cubicBezTo>
                  <a:pt x="80547" y="33476"/>
                  <a:pt x="53945" y="47636"/>
                  <a:pt x="79375" y="38100"/>
                </a:cubicBezTo>
                <a:cubicBezTo>
                  <a:pt x="83807" y="36438"/>
                  <a:pt x="87725" y="33614"/>
                  <a:pt x="92075" y="31750"/>
                </a:cubicBezTo>
                <a:cubicBezTo>
                  <a:pt x="95151" y="30432"/>
                  <a:pt x="98425" y="29633"/>
                  <a:pt x="101600" y="28575"/>
                </a:cubicBezTo>
                <a:cubicBezTo>
                  <a:pt x="109008" y="29633"/>
                  <a:pt x="116657" y="29600"/>
                  <a:pt x="123825" y="31750"/>
                </a:cubicBezTo>
                <a:cubicBezTo>
                  <a:pt x="127480" y="32846"/>
                  <a:pt x="129536" y="37984"/>
                  <a:pt x="133350" y="38100"/>
                </a:cubicBezTo>
                <a:lnTo>
                  <a:pt x="228600" y="34925"/>
                </a:lnTo>
                <a:cubicBezTo>
                  <a:pt x="238125" y="35983"/>
                  <a:pt x="247722" y="36524"/>
                  <a:pt x="257175" y="38100"/>
                </a:cubicBezTo>
                <a:cubicBezTo>
                  <a:pt x="278768" y="41699"/>
                  <a:pt x="254284" y="40311"/>
                  <a:pt x="276225" y="47625"/>
                </a:cubicBezTo>
                <a:cubicBezTo>
                  <a:pt x="282332" y="49661"/>
                  <a:pt x="288925" y="49742"/>
                  <a:pt x="295275" y="50800"/>
                </a:cubicBezTo>
                <a:cubicBezTo>
                  <a:pt x="316442" y="49742"/>
                  <a:pt x="337662" y="49461"/>
                  <a:pt x="358775" y="47625"/>
                </a:cubicBezTo>
                <a:cubicBezTo>
                  <a:pt x="369794" y="46667"/>
                  <a:pt x="369644" y="41937"/>
                  <a:pt x="377825" y="34925"/>
                </a:cubicBezTo>
                <a:cubicBezTo>
                  <a:pt x="381843" y="31481"/>
                  <a:pt x="385792" y="27767"/>
                  <a:pt x="390525" y="25400"/>
                </a:cubicBezTo>
                <a:cubicBezTo>
                  <a:pt x="394428" y="23449"/>
                  <a:pt x="399139" y="23757"/>
                  <a:pt x="403225" y="22225"/>
                </a:cubicBezTo>
                <a:cubicBezTo>
                  <a:pt x="407657" y="20563"/>
                  <a:pt x="411493" y="17537"/>
                  <a:pt x="415925" y="15875"/>
                </a:cubicBezTo>
                <a:cubicBezTo>
                  <a:pt x="424063" y="12823"/>
                  <a:pt x="430474" y="13363"/>
                  <a:pt x="438150" y="9525"/>
                </a:cubicBezTo>
                <a:cubicBezTo>
                  <a:pt x="462769" y="-2785"/>
                  <a:pt x="433259" y="7980"/>
                  <a:pt x="457200" y="0"/>
                </a:cubicBezTo>
                <a:cubicBezTo>
                  <a:pt x="464608" y="1058"/>
                  <a:pt x="473079" y="-791"/>
                  <a:pt x="479425" y="3175"/>
                </a:cubicBezTo>
                <a:cubicBezTo>
                  <a:pt x="483125" y="5488"/>
                  <a:pt x="481068" y="11789"/>
                  <a:pt x="482600" y="15875"/>
                </a:cubicBezTo>
                <a:cubicBezTo>
                  <a:pt x="488731" y="32224"/>
                  <a:pt x="493621" y="36093"/>
                  <a:pt x="514350" y="41275"/>
                </a:cubicBezTo>
                <a:cubicBezTo>
                  <a:pt x="541028" y="47945"/>
                  <a:pt x="517985" y="42908"/>
                  <a:pt x="565150" y="47625"/>
                </a:cubicBezTo>
                <a:cubicBezTo>
                  <a:pt x="573640" y="48474"/>
                  <a:pt x="582083" y="49742"/>
                  <a:pt x="590550" y="50800"/>
                </a:cubicBezTo>
                <a:cubicBezTo>
                  <a:pt x="613705" y="66237"/>
                  <a:pt x="602717" y="61675"/>
                  <a:pt x="654050" y="53975"/>
                </a:cubicBezTo>
                <a:cubicBezTo>
                  <a:pt x="657824" y="53409"/>
                  <a:pt x="660002" y="48965"/>
                  <a:pt x="663575" y="47625"/>
                </a:cubicBezTo>
                <a:cubicBezTo>
                  <a:pt x="668628" y="45730"/>
                  <a:pt x="674244" y="45870"/>
                  <a:pt x="679450" y="44450"/>
                </a:cubicBezTo>
                <a:cubicBezTo>
                  <a:pt x="685908" y="42689"/>
                  <a:pt x="698500" y="38100"/>
                  <a:pt x="698500" y="38100"/>
                </a:cubicBezTo>
                <a:cubicBezTo>
                  <a:pt x="700426" y="38742"/>
                  <a:pt x="724918" y="47447"/>
                  <a:pt x="730250" y="47625"/>
                </a:cubicBezTo>
                <a:cubicBezTo>
                  <a:pt x="757751" y="48542"/>
                  <a:pt x="785283" y="47625"/>
                  <a:pt x="812800" y="4762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4" name="자유형: 도형 183">
            <a:extLst>
              <a:ext uri="{FF2B5EF4-FFF2-40B4-BE49-F238E27FC236}">
                <a16:creationId xmlns:a16="http://schemas.microsoft.com/office/drawing/2014/main" id="{1935F3B5-642B-4E03-BD64-B8AE7E8420F2}"/>
              </a:ext>
            </a:extLst>
          </p:cNvPr>
          <p:cNvSpPr/>
          <p:nvPr/>
        </p:nvSpPr>
        <p:spPr>
          <a:xfrm rot="21169413">
            <a:off x="4937007" y="3754792"/>
            <a:ext cx="159896" cy="169675"/>
          </a:xfrm>
          <a:custGeom>
            <a:avLst/>
            <a:gdLst>
              <a:gd name="connsiteX0" fmla="*/ 12344 w 310794"/>
              <a:gd name="connsiteY0" fmla="*/ 276225 h 276225"/>
              <a:gd name="connsiteX1" fmla="*/ 9169 w 310794"/>
              <a:gd name="connsiteY1" fmla="*/ 184150 h 276225"/>
              <a:gd name="connsiteX2" fmla="*/ 34569 w 310794"/>
              <a:gd name="connsiteY2" fmla="*/ 190500 h 276225"/>
              <a:gd name="connsiteX3" fmla="*/ 47269 w 310794"/>
              <a:gd name="connsiteY3" fmla="*/ 193675 h 276225"/>
              <a:gd name="connsiteX4" fmla="*/ 82194 w 310794"/>
              <a:gd name="connsiteY4" fmla="*/ 190500 h 276225"/>
              <a:gd name="connsiteX5" fmla="*/ 85369 w 310794"/>
              <a:gd name="connsiteY5" fmla="*/ 171450 h 276225"/>
              <a:gd name="connsiteX6" fmla="*/ 91719 w 310794"/>
              <a:gd name="connsiteY6" fmla="*/ 117475 h 276225"/>
              <a:gd name="connsiteX7" fmla="*/ 132994 w 310794"/>
              <a:gd name="connsiteY7" fmla="*/ 123825 h 276225"/>
              <a:gd name="connsiteX8" fmla="*/ 145694 w 310794"/>
              <a:gd name="connsiteY8" fmla="*/ 127000 h 276225"/>
              <a:gd name="connsiteX9" fmla="*/ 190144 w 310794"/>
              <a:gd name="connsiteY9" fmla="*/ 133350 h 276225"/>
              <a:gd name="connsiteX10" fmla="*/ 228244 w 310794"/>
              <a:gd name="connsiteY10" fmla="*/ 117475 h 276225"/>
              <a:gd name="connsiteX11" fmla="*/ 244119 w 310794"/>
              <a:gd name="connsiteY11" fmla="*/ 69850 h 276225"/>
              <a:gd name="connsiteX12" fmla="*/ 250469 w 310794"/>
              <a:gd name="connsiteY12" fmla="*/ 60325 h 276225"/>
              <a:gd name="connsiteX13" fmla="*/ 298094 w 310794"/>
              <a:gd name="connsiteY13" fmla="*/ 53975 h 276225"/>
              <a:gd name="connsiteX14" fmla="*/ 301269 w 310794"/>
              <a:gd name="connsiteY14" fmla="*/ 41275 h 276225"/>
              <a:gd name="connsiteX15" fmla="*/ 307619 w 310794"/>
              <a:gd name="connsiteY15" fmla="*/ 22225 h 276225"/>
              <a:gd name="connsiteX16" fmla="*/ 310794 w 310794"/>
              <a:gd name="connsiteY16" fmla="*/ 0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0794" h="276225">
                <a:moveTo>
                  <a:pt x="12344" y="276225"/>
                </a:moveTo>
                <a:cubicBezTo>
                  <a:pt x="1979" y="245129"/>
                  <a:pt x="-7727" y="223573"/>
                  <a:pt x="9169" y="184150"/>
                </a:cubicBezTo>
                <a:cubicBezTo>
                  <a:pt x="12607" y="176128"/>
                  <a:pt x="26102" y="188383"/>
                  <a:pt x="34569" y="190500"/>
                </a:cubicBezTo>
                <a:lnTo>
                  <a:pt x="47269" y="193675"/>
                </a:lnTo>
                <a:cubicBezTo>
                  <a:pt x="58911" y="192617"/>
                  <a:pt x="72097" y="196390"/>
                  <a:pt x="82194" y="190500"/>
                </a:cubicBezTo>
                <a:cubicBezTo>
                  <a:pt x="87755" y="187256"/>
                  <a:pt x="84695" y="177852"/>
                  <a:pt x="85369" y="171450"/>
                </a:cubicBezTo>
                <a:cubicBezTo>
                  <a:pt x="91112" y="116891"/>
                  <a:pt x="84491" y="146387"/>
                  <a:pt x="91719" y="117475"/>
                </a:cubicBezTo>
                <a:cubicBezTo>
                  <a:pt x="105477" y="119592"/>
                  <a:pt x="119286" y="121406"/>
                  <a:pt x="132994" y="123825"/>
                </a:cubicBezTo>
                <a:cubicBezTo>
                  <a:pt x="137291" y="124583"/>
                  <a:pt x="141390" y="126283"/>
                  <a:pt x="145694" y="127000"/>
                </a:cubicBezTo>
                <a:cubicBezTo>
                  <a:pt x="160457" y="129461"/>
                  <a:pt x="190144" y="133350"/>
                  <a:pt x="190144" y="133350"/>
                </a:cubicBezTo>
                <a:cubicBezTo>
                  <a:pt x="202679" y="130843"/>
                  <a:pt x="224024" y="134357"/>
                  <a:pt x="228244" y="117475"/>
                </a:cubicBezTo>
                <a:cubicBezTo>
                  <a:pt x="240297" y="69262"/>
                  <a:pt x="219704" y="106473"/>
                  <a:pt x="244119" y="69850"/>
                </a:cubicBezTo>
                <a:cubicBezTo>
                  <a:pt x="246236" y="66675"/>
                  <a:pt x="246849" y="61532"/>
                  <a:pt x="250469" y="60325"/>
                </a:cubicBezTo>
                <a:cubicBezTo>
                  <a:pt x="272084" y="53120"/>
                  <a:pt x="256659" y="57428"/>
                  <a:pt x="298094" y="53975"/>
                </a:cubicBezTo>
                <a:cubicBezTo>
                  <a:pt x="299152" y="49742"/>
                  <a:pt x="300015" y="45455"/>
                  <a:pt x="301269" y="41275"/>
                </a:cubicBezTo>
                <a:cubicBezTo>
                  <a:pt x="303192" y="34864"/>
                  <a:pt x="307619" y="22225"/>
                  <a:pt x="307619" y="22225"/>
                </a:cubicBezTo>
                <a:lnTo>
                  <a:pt x="310794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7" name="자유형: 도형 186">
            <a:extLst>
              <a:ext uri="{FF2B5EF4-FFF2-40B4-BE49-F238E27FC236}">
                <a16:creationId xmlns:a16="http://schemas.microsoft.com/office/drawing/2014/main" id="{F469CA06-EC5F-4A36-959D-2EE191DFD8EE}"/>
              </a:ext>
            </a:extLst>
          </p:cNvPr>
          <p:cNvSpPr/>
          <p:nvPr/>
        </p:nvSpPr>
        <p:spPr>
          <a:xfrm rot="446293">
            <a:off x="6015102" y="4302789"/>
            <a:ext cx="71876" cy="131141"/>
          </a:xfrm>
          <a:custGeom>
            <a:avLst/>
            <a:gdLst>
              <a:gd name="connsiteX0" fmla="*/ 19250 w 190700"/>
              <a:gd name="connsiteY0" fmla="*/ 0 h 271108"/>
              <a:gd name="connsiteX1" fmla="*/ 22425 w 190700"/>
              <a:gd name="connsiteY1" fmla="*/ 107950 h 271108"/>
              <a:gd name="connsiteX2" fmla="*/ 44650 w 190700"/>
              <a:gd name="connsiteY2" fmla="*/ 104775 h 271108"/>
              <a:gd name="connsiteX3" fmla="*/ 70050 w 190700"/>
              <a:gd name="connsiteY3" fmla="*/ 107950 h 271108"/>
              <a:gd name="connsiteX4" fmla="*/ 76400 w 190700"/>
              <a:gd name="connsiteY4" fmla="*/ 117475 h 271108"/>
              <a:gd name="connsiteX5" fmla="*/ 79575 w 190700"/>
              <a:gd name="connsiteY5" fmla="*/ 184150 h 271108"/>
              <a:gd name="connsiteX6" fmla="*/ 89100 w 190700"/>
              <a:gd name="connsiteY6" fmla="*/ 187325 h 271108"/>
              <a:gd name="connsiteX7" fmla="*/ 133550 w 190700"/>
              <a:gd name="connsiteY7" fmla="*/ 190500 h 271108"/>
              <a:gd name="connsiteX8" fmla="*/ 162125 w 190700"/>
              <a:gd name="connsiteY8" fmla="*/ 196850 h 271108"/>
              <a:gd name="connsiteX9" fmla="*/ 168475 w 190700"/>
              <a:gd name="connsiteY9" fmla="*/ 206375 h 271108"/>
              <a:gd name="connsiteX10" fmla="*/ 174825 w 190700"/>
              <a:gd name="connsiteY10" fmla="*/ 241300 h 271108"/>
              <a:gd name="connsiteX11" fmla="*/ 181175 w 190700"/>
              <a:gd name="connsiteY11" fmla="*/ 269875 h 271108"/>
              <a:gd name="connsiteX12" fmla="*/ 190700 w 190700"/>
              <a:gd name="connsiteY12" fmla="*/ 269875 h 271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700" h="271108">
                <a:moveTo>
                  <a:pt x="19250" y="0"/>
                </a:moveTo>
                <a:cubicBezTo>
                  <a:pt x="17864" y="15248"/>
                  <a:pt x="-25359" y="107950"/>
                  <a:pt x="22425" y="107950"/>
                </a:cubicBezTo>
                <a:cubicBezTo>
                  <a:pt x="29909" y="107950"/>
                  <a:pt x="37242" y="105833"/>
                  <a:pt x="44650" y="104775"/>
                </a:cubicBezTo>
                <a:cubicBezTo>
                  <a:pt x="53117" y="105833"/>
                  <a:pt x="62128" y="104781"/>
                  <a:pt x="70050" y="107950"/>
                </a:cubicBezTo>
                <a:cubicBezTo>
                  <a:pt x="73593" y="109367"/>
                  <a:pt x="75927" y="113689"/>
                  <a:pt x="76400" y="117475"/>
                </a:cubicBezTo>
                <a:cubicBezTo>
                  <a:pt x="79160" y="139553"/>
                  <a:pt x="75595" y="162259"/>
                  <a:pt x="79575" y="184150"/>
                </a:cubicBezTo>
                <a:cubicBezTo>
                  <a:pt x="80174" y="187443"/>
                  <a:pt x="85776" y="186934"/>
                  <a:pt x="89100" y="187325"/>
                </a:cubicBezTo>
                <a:cubicBezTo>
                  <a:pt x="103853" y="189061"/>
                  <a:pt x="118733" y="189442"/>
                  <a:pt x="133550" y="190500"/>
                </a:cubicBezTo>
                <a:cubicBezTo>
                  <a:pt x="133900" y="190570"/>
                  <a:pt x="160203" y="195569"/>
                  <a:pt x="162125" y="196850"/>
                </a:cubicBezTo>
                <a:cubicBezTo>
                  <a:pt x="165300" y="198967"/>
                  <a:pt x="166358" y="203200"/>
                  <a:pt x="168475" y="206375"/>
                </a:cubicBezTo>
                <a:cubicBezTo>
                  <a:pt x="176229" y="237391"/>
                  <a:pt x="166293" y="195795"/>
                  <a:pt x="174825" y="241300"/>
                </a:cubicBezTo>
                <a:cubicBezTo>
                  <a:pt x="176623" y="250890"/>
                  <a:pt x="176436" y="261346"/>
                  <a:pt x="181175" y="269875"/>
                </a:cubicBezTo>
                <a:cubicBezTo>
                  <a:pt x="182717" y="272650"/>
                  <a:pt x="187525" y="269875"/>
                  <a:pt x="190700" y="26987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59" name="자유형: 도형 158">
            <a:extLst>
              <a:ext uri="{FF2B5EF4-FFF2-40B4-BE49-F238E27FC236}">
                <a16:creationId xmlns:a16="http://schemas.microsoft.com/office/drawing/2014/main" id="{7F4361E1-C2D5-4555-8DE8-145F9486B596}"/>
              </a:ext>
            </a:extLst>
          </p:cNvPr>
          <p:cNvSpPr/>
          <p:nvPr/>
        </p:nvSpPr>
        <p:spPr>
          <a:xfrm>
            <a:off x="5561936" y="3543151"/>
            <a:ext cx="359569" cy="28575"/>
          </a:xfrm>
          <a:custGeom>
            <a:avLst/>
            <a:gdLst>
              <a:gd name="connsiteX0" fmla="*/ 0 w 359569"/>
              <a:gd name="connsiteY0" fmla="*/ 0 h 28575"/>
              <a:gd name="connsiteX1" fmla="*/ 66675 w 359569"/>
              <a:gd name="connsiteY1" fmla="*/ 2382 h 28575"/>
              <a:gd name="connsiteX2" fmla="*/ 76200 w 359569"/>
              <a:gd name="connsiteY2" fmla="*/ 7144 h 28575"/>
              <a:gd name="connsiteX3" fmla="*/ 83344 w 359569"/>
              <a:gd name="connsiteY3" fmla="*/ 11907 h 28575"/>
              <a:gd name="connsiteX4" fmla="*/ 100013 w 359569"/>
              <a:gd name="connsiteY4" fmla="*/ 21432 h 28575"/>
              <a:gd name="connsiteX5" fmla="*/ 114300 w 359569"/>
              <a:gd name="connsiteY5" fmla="*/ 19050 h 28575"/>
              <a:gd name="connsiteX6" fmla="*/ 128588 w 359569"/>
              <a:gd name="connsiteY6" fmla="*/ 14288 h 28575"/>
              <a:gd name="connsiteX7" fmla="*/ 135732 w 359569"/>
              <a:gd name="connsiteY7" fmla="*/ 9525 h 28575"/>
              <a:gd name="connsiteX8" fmla="*/ 147638 w 359569"/>
              <a:gd name="connsiteY8" fmla="*/ 7144 h 28575"/>
              <a:gd name="connsiteX9" fmla="*/ 154782 w 359569"/>
              <a:gd name="connsiteY9" fmla="*/ 4763 h 28575"/>
              <a:gd name="connsiteX10" fmla="*/ 166688 w 359569"/>
              <a:gd name="connsiteY10" fmla="*/ 11907 h 28575"/>
              <a:gd name="connsiteX11" fmla="*/ 176213 w 359569"/>
              <a:gd name="connsiteY11" fmla="*/ 16669 h 28575"/>
              <a:gd name="connsiteX12" fmla="*/ 183357 w 359569"/>
              <a:gd name="connsiteY12" fmla="*/ 21432 h 28575"/>
              <a:gd name="connsiteX13" fmla="*/ 197644 w 359569"/>
              <a:gd name="connsiteY13" fmla="*/ 26194 h 28575"/>
              <a:gd name="connsiteX14" fmla="*/ 204788 w 359569"/>
              <a:gd name="connsiteY14" fmla="*/ 28575 h 28575"/>
              <a:gd name="connsiteX15" fmla="*/ 214313 w 359569"/>
              <a:gd name="connsiteY15" fmla="*/ 26194 h 28575"/>
              <a:gd name="connsiteX16" fmla="*/ 221457 w 359569"/>
              <a:gd name="connsiteY16" fmla="*/ 21432 h 28575"/>
              <a:gd name="connsiteX17" fmla="*/ 230982 w 359569"/>
              <a:gd name="connsiteY17" fmla="*/ 16669 h 28575"/>
              <a:gd name="connsiteX18" fmla="*/ 238125 w 359569"/>
              <a:gd name="connsiteY18" fmla="*/ 7144 h 28575"/>
              <a:gd name="connsiteX19" fmla="*/ 245269 w 359569"/>
              <a:gd name="connsiteY19" fmla="*/ 4763 h 28575"/>
              <a:gd name="connsiteX20" fmla="*/ 252413 w 359569"/>
              <a:gd name="connsiteY20" fmla="*/ 0 h 28575"/>
              <a:gd name="connsiteX21" fmla="*/ 273844 w 359569"/>
              <a:gd name="connsiteY21" fmla="*/ 4763 h 28575"/>
              <a:gd name="connsiteX22" fmla="*/ 283369 w 359569"/>
              <a:gd name="connsiteY22" fmla="*/ 9525 h 28575"/>
              <a:gd name="connsiteX23" fmla="*/ 297657 w 359569"/>
              <a:gd name="connsiteY23" fmla="*/ 14288 h 28575"/>
              <a:gd name="connsiteX24" fmla="*/ 319088 w 359569"/>
              <a:gd name="connsiteY24" fmla="*/ 7144 h 28575"/>
              <a:gd name="connsiteX25" fmla="*/ 333375 w 359569"/>
              <a:gd name="connsiteY25" fmla="*/ 2382 h 28575"/>
              <a:gd name="connsiteX26" fmla="*/ 359569 w 359569"/>
              <a:gd name="connsiteY26" fmla="*/ 4763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59569" h="28575">
                <a:moveTo>
                  <a:pt x="0" y="0"/>
                </a:moveTo>
                <a:cubicBezTo>
                  <a:pt x="22225" y="794"/>
                  <a:pt x="44533" y="306"/>
                  <a:pt x="66675" y="2382"/>
                </a:cubicBezTo>
                <a:cubicBezTo>
                  <a:pt x="70209" y="2713"/>
                  <a:pt x="73118" y="5383"/>
                  <a:pt x="76200" y="7144"/>
                </a:cubicBezTo>
                <a:cubicBezTo>
                  <a:pt x="78685" y="8564"/>
                  <a:pt x="80859" y="10487"/>
                  <a:pt x="83344" y="11907"/>
                </a:cubicBezTo>
                <a:cubicBezTo>
                  <a:pt x="104493" y="23992"/>
                  <a:pt x="82607" y="9827"/>
                  <a:pt x="100013" y="21432"/>
                </a:cubicBezTo>
                <a:cubicBezTo>
                  <a:pt x="104775" y="20638"/>
                  <a:pt x="109616" y="20221"/>
                  <a:pt x="114300" y="19050"/>
                </a:cubicBezTo>
                <a:cubicBezTo>
                  <a:pt x="119170" y="17832"/>
                  <a:pt x="128588" y="14288"/>
                  <a:pt x="128588" y="14288"/>
                </a:cubicBezTo>
                <a:cubicBezTo>
                  <a:pt x="130969" y="12700"/>
                  <a:pt x="133052" y="10530"/>
                  <a:pt x="135732" y="9525"/>
                </a:cubicBezTo>
                <a:cubicBezTo>
                  <a:pt x="139522" y="8104"/>
                  <a:pt x="143712" y="8126"/>
                  <a:pt x="147638" y="7144"/>
                </a:cubicBezTo>
                <a:cubicBezTo>
                  <a:pt x="150073" y="6535"/>
                  <a:pt x="152401" y="5557"/>
                  <a:pt x="154782" y="4763"/>
                </a:cubicBezTo>
                <a:cubicBezTo>
                  <a:pt x="158751" y="7144"/>
                  <a:pt x="162642" y="9659"/>
                  <a:pt x="166688" y="11907"/>
                </a:cubicBezTo>
                <a:cubicBezTo>
                  <a:pt x="169791" y="13631"/>
                  <a:pt x="173131" y="14908"/>
                  <a:pt x="176213" y="16669"/>
                </a:cubicBezTo>
                <a:cubicBezTo>
                  <a:pt x="178698" y="18089"/>
                  <a:pt x="180742" y="20270"/>
                  <a:pt x="183357" y="21432"/>
                </a:cubicBezTo>
                <a:cubicBezTo>
                  <a:pt x="187944" y="23471"/>
                  <a:pt x="192882" y="24607"/>
                  <a:pt x="197644" y="26194"/>
                </a:cubicBezTo>
                <a:lnTo>
                  <a:pt x="204788" y="28575"/>
                </a:lnTo>
                <a:cubicBezTo>
                  <a:pt x="207963" y="27781"/>
                  <a:pt x="211305" y="27483"/>
                  <a:pt x="214313" y="26194"/>
                </a:cubicBezTo>
                <a:cubicBezTo>
                  <a:pt x="216944" y="25067"/>
                  <a:pt x="218972" y="22852"/>
                  <a:pt x="221457" y="21432"/>
                </a:cubicBezTo>
                <a:cubicBezTo>
                  <a:pt x="224539" y="19671"/>
                  <a:pt x="227807" y="18257"/>
                  <a:pt x="230982" y="16669"/>
                </a:cubicBezTo>
                <a:cubicBezTo>
                  <a:pt x="233363" y="13494"/>
                  <a:pt x="235076" y="9685"/>
                  <a:pt x="238125" y="7144"/>
                </a:cubicBezTo>
                <a:cubicBezTo>
                  <a:pt x="240053" y="5537"/>
                  <a:pt x="243024" y="5886"/>
                  <a:pt x="245269" y="4763"/>
                </a:cubicBezTo>
                <a:cubicBezTo>
                  <a:pt x="247829" y="3483"/>
                  <a:pt x="250032" y="1588"/>
                  <a:pt x="252413" y="0"/>
                </a:cubicBezTo>
                <a:cubicBezTo>
                  <a:pt x="260972" y="1427"/>
                  <a:pt x="266385" y="1567"/>
                  <a:pt x="273844" y="4763"/>
                </a:cubicBezTo>
                <a:cubicBezTo>
                  <a:pt x="277107" y="6161"/>
                  <a:pt x="280073" y="8207"/>
                  <a:pt x="283369" y="9525"/>
                </a:cubicBezTo>
                <a:cubicBezTo>
                  <a:pt x="288030" y="11389"/>
                  <a:pt x="297657" y="14288"/>
                  <a:pt x="297657" y="14288"/>
                </a:cubicBezTo>
                <a:cubicBezTo>
                  <a:pt x="329831" y="8926"/>
                  <a:pt x="298997" y="16073"/>
                  <a:pt x="319088" y="7144"/>
                </a:cubicBezTo>
                <a:cubicBezTo>
                  <a:pt x="323675" y="5105"/>
                  <a:pt x="333375" y="2382"/>
                  <a:pt x="333375" y="2382"/>
                </a:cubicBezTo>
                <a:lnTo>
                  <a:pt x="359569" y="4763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자유형: 도형 161">
            <a:extLst>
              <a:ext uri="{FF2B5EF4-FFF2-40B4-BE49-F238E27FC236}">
                <a16:creationId xmlns:a16="http://schemas.microsoft.com/office/drawing/2014/main" id="{90DAAA19-83CE-45CE-9BE6-B342D4ECAE93}"/>
              </a:ext>
            </a:extLst>
          </p:cNvPr>
          <p:cNvSpPr/>
          <p:nvPr/>
        </p:nvSpPr>
        <p:spPr>
          <a:xfrm>
            <a:off x="6009611" y="3840808"/>
            <a:ext cx="79952" cy="173831"/>
          </a:xfrm>
          <a:custGeom>
            <a:avLst/>
            <a:gdLst>
              <a:gd name="connsiteX0" fmla="*/ 14288 w 79952"/>
              <a:gd name="connsiteY0" fmla="*/ 173831 h 173831"/>
              <a:gd name="connsiteX1" fmla="*/ 9525 w 79952"/>
              <a:gd name="connsiteY1" fmla="*/ 157162 h 173831"/>
              <a:gd name="connsiteX2" fmla="*/ 0 w 79952"/>
              <a:gd name="connsiteY2" fmla="*/ 142875 h 173831"/>
              <a:gd name="connsiteX3" fmla="*/ 45244 w 79952"/>
              <a:gd name="connsiteY3" fmla="*/ 133350 h 173831"/>
              <a:gd name="connsiteX4" fmla="*/ 50007 w 79952"/>
              <a:gd name="connsiteY4" fmla="*/ 114300 h 173831"/>
              <a:gd name="connsiteX5" fmla="*/ 47625 w 79952"/>
              <a:gd name="connsiteY5" fmla="*/ 100012 h 173831"/>
              <a:gd name="connsiteX6" fmla="*/ 42863 w 79952"/>
              <a:gd name="connsiteY6" fmla="*/ 92868 h 173831"/>
              <a:gd name="connsiteX7" fmla="*/ 40482 w 79952"/>
              <a:gd name="connsiteY7" fmla="*/ 85725 h 173831"/>
              <a:gd name="connsiteX8" fmla="*/ 42863 w 79952"/>
              <a:gd name="connsiteY8" fmla="*/ 78581 h 173831"/>
              <a:gd name="connsiteX9" fmla="*/ 59532 w 79952"/>
              <a:gd name="connsiteY9" fmla="*/ 76200 h 173831"/>
              <a:gd name="connsiteX10" fmla="*/ 69057 w 79952"/>
              <a:gd name="connsiteY10" fmla="*/ 73818 h 173831"/>
              <a:gd name="connsiteX11" fmla="*/ 69057 w 79952"/>
              <a:gd name="connsiteY11" fmla="*/ 47625 h 173831"/>
              <a:gd name="connsiteX12" fmla="*/ 64294 w 79952"/>
              <a:gd name="connsiteY12" fmla="*/ 33337 h 173831"/>
              <a:gd name="connsiteX13" fmla="*/ 66675 w 79952"/>
              <a:gd name="connsiteY13" fmla="*/ 21431 h 173831"/>
              <a:gd name="connsiteX14" fmla="*/ 78582 w 79952"/>
              <a:gd name="connsiteY14" fmla="*/ 19050 h 173831"/>
              <a:gd name="connsiteX15" fmla="*/ 78582 w 79952"/>
              <a:gd name="connsiteY15" fmla="*/ 0 h 17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9952" h="173831">
                <a:moveTo>
                  <a:pt x="14288" y="173831"/>
                </a:moveTo>
                <a:cubicBezTo>
                  <a:pt x="12700" y="168275"/>
                  <a:pt x="11947" y="162409"/>
                  <a:pt x="9525" y="157162"/>
                </a:cubicBezTo>
                <a:cubicBezTo>
                  <a:pt x="7126" y="151965"/>
                  <a:pt x="0" y="142875"/>
                  <a:pt x="0" y="142875"/>
                </a:cubicBezTo>
                <a:cubicBezTo>
                  <a:pt x="15971" y="118920"/>
                  <a:pt x="-15614" y="162177"/>
                  <a:pt x="45244" y="133350"/>
                </a:cubicBezTo>
                <a:cubicBezTo>
                  <a:pt x="51159" y="130548"/>
                  <a:pt x="50007" y="114300"/>
                  <a:pt x="50007" y="114300"/>
                </a:cubicBezTo>
                <a:cubicBezTo>
                  <a:pt x="49213" y="109537"/>
                  <a:pt x="49152" y="104593"/>
                  <a:pt x="47625" y="100012"/>
                </a:cubicBezTo>
                <a:cubicBezTo>
                  <a:pt x="46720" y="97297"/>
                  <a:pt x="44143" y="95428"/>
                  <a:pt x="42863" y="92868"/>
                </a:cubicBezTo>
                <a:cubicBezTo>
                  <a:pt x="41741" y="90623"/>
                  <a:pt x="41276" y="88106"/>
                  <a:pt x="40482" y="85725"/>
                </a:cubicBezTo>
                <a:cubicBezTo>
                  <a:pt x="41276" y="83344"/>
                  <a:pt x="40618" y="79704"/>
                  <a:pt x="42863" y="78581"/>
                </a:cubicBezTo>
                <a:cubicBezTo>
                  <a:pt x="47883" y="76071"/>
                  <a:pt x="54010" y="77204"/>
                  <a:pt x="59532" y="76200"/>
                </a:cubicBezTo>
                <a:cubicBezTo>
                  <a:pt x="62752" y="75614"/>
                  <a:pt x="65882" y="74612"/>
                  <a:pt x="69057" y="73818"/>
                </a:cubicBezTo>
                <a:cubicBezTo>
                  <a:pt x="73002" y="61982"/>
                  <a:pt x="72920" y="65653"/>
                  <a:pt x="69057" y="47625"/>
                </a:cubicBezTo>
                <a:cubicBezTo>
                  <a:pt x="68005" y="42716"/>
                  <a:pt x="64294" y="33337"/>
                  <a:pt x="64294" y="33337"/>
                </a:cubicBezTo>
                <a:cubicBezTo>
                  <a:pt x="65088" y="29368"/>
                  <a:pt x="63813" y="24293"/>
                  <a:pt x="66675" y="21431"/>
                </a:cubicBezTo>
                <a:cubicBezTo>
                  <a:pt x="69537" y="18569"/>
                  <a:pt x="76616" y="22588"/>
                  <a:pt x="78582" y="19050"/>
                </a:cubicBezTo>
                <a:cubicBezTo>
                  <a:pt x="81666" y="13499"/>
                  <a:pt x="78582" y="6350"/>
                  <a:pt x="78582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자유형: 도형 162">
            <a:extLst>
              <a:ext uri="{FF2B5EF4-FFF2-40B4-BE49-F238E27FC236}">
                <a16:creationId xmlns:a16="http://schemas.microsoft.com/office/drawing/2014/main" id="{418F2600-8742-4689-A9A3-118266753156}"/>
              </a:ext>
            </a:extLst>
          </p:cNvPr>
          <p:cNvSpPr/>
          <p:nvPr/>
        </p:nvSpPr>
        <p:spPr>
          <a:xfrm>
            <a:off x="5337606" y="3914626"/>
            <a:ext cx="45719" cy="502444"/>
          </a:xfrm>
          <a:custGeom>
            <a:avLst/>
            <a:gdLst>
              <a:gd name="connsiteX0" fmla="*/ 31449 w 79074"/>
              <a:gd name="connsiteY0" fmla="*/ 0 h 502444"/>
              <a:gd name="connsiteX1" fmla="*/ 40974 w 79074"/>
              <a:gd name="connsiteY1" fmla="*/ 130969 h 502444"/>
              <a:gd name="connsiteX2" fmla="*/ 29068 w 79074"/>
              <a:gd name="connsiteY2" fmla="*/ 142875 h 502444"/>
              <a:gd name="connsiteX3" fmla="*/ 12399 w 79074"/>
              <a:gd name="connsiteY3" fmla="*/ 164307 h 502444"/>
              <a:gd name="connsiteX4" fmla="*/ 7637 w 79074"/>
              <a:gd name="connsiteY4" fmla="*/ 178594 h 502444"/>
              <a:gd name="connsiteX5" fmla="*/ 493 w 79074"/>
              <a:gd name="connsiteY5" fmla="*/ 195263 h 502444"/>
              <a:gd name="connsiteX6" fmla="*/ 10018 w 79074"/>
              <a:gd name="connsiteY6" fmla="*/ 230982 h 502444"/>
              <a:gd name="connsiteX7" fmla="*/ 19543 w 79074"/>
              <a:gd name="connsiteY7" fmla="*/ 233363 h 502444"/>
              <a:gd name="connsiteX8" fmla="*/ 40974 w 79074"/>
              <a:gd name="connsiteY8" fmla="*/ 245269 h 502444"/>
              <a:gd name="connsiteX9" fmla="*/ 57643 w 79074"/>
              <a:gd name="connsiteY9" fmla="*/ 250032 h 502444"/>
              <a:gd name="connsiteX10" fmla="*/ 64787 w 79074"/>
              <a:gd name="connsiteY10" fmla="*/ 254794 h 502444"/>
              <a:gd name="connsiteX11" fmla="*/ 76693 w 79074"/>
              <a:gd name="connsiteY11" fmla="*/ 259557 h 502444"/>
              <a:gd name="connsiteX12" fmla="*/ 79074 w 79074"/>
              <a:gd name="connsiteY12" fmla="*/ 266700 h 502444"/>
              <a:gd name="connsiteX13" fmla="*/ 76693 w 79074"/>
              <a:gd name="connsiteY13" fmla="*/ 288132 h 502444"/>
              <a:gd name="connsiteX14" fmla="*/ 62405 w 79074"/>
              <a:gd name="connsiteY14" fmla="*/ 307182 h 502444"/>
              <a:gd name="connsiteX15" fmla="*/ 52880 w 79074"/>
              <a:gd name="connsiteY15" fmla="*/ 314325 h 502444"/>
              <a:gd name="connsiteX16" fmla="*/ 43355 w 79074"/>
              <a:gd name="connsiteY16" fmla="*/ 323850 h 502444"/>
              <a:gd name="connsiteX17" fmla="*/ 31449 w 79074"/>
              <a:gd name="connsiteY17" fmla="*/ 333375 h 502444"/>
              <a:gd name="connsiteX18" fmla="*/ 21924 w 79074"/>
              <a:gd name="connsiteY18" fmla="*/ 342900 h 502444"/>
              <a:gd name="connsiteX19" fmla="*/ 12399 w 79074"/>
              <a:gd name="connsiteY19" fmla="*/ 357188 h 502444"/>
              <a:gd name="connsiteX20" fmla="*/ 12399 w 79074"/>
              <a:gd name="connsiteY20" fmla="*/ 381000 h 502444"/>
              <a:gd name="connsiteX21" fmla="*/ 21924 w 79074"/>
              <a:gd name="connsiteY21" fmla="*/ 390525 h 502444"/>
              <a:gd name="connsiteX22" fmla="*/ 26687 w 79074"/>
              <a:gd name="connsiteY22" fmla="*/ 397669 h 502444"/>
              <a:gd name="connsiteX23" fmla="*/ 40974 w 79074"/>
              <a:gd name="connsiteY23" fmla="*/ 426244 h 502444"/>
              <a:gd name="connsiteX24" fmla="*/ 45737 w 79074"/>
              <a:gd name="connsiteY24" fmla="*/ 435769 h 502444"/>
              <a:gd name="connsiteX25" fmla="*/ 50499 w 79074"/>
              <a:gd name="connsiteY25" fmla="*/ 442913 h 502444"/>
              <a:gd name="connsiteX26" fmla="*/ 48118 w 79074"/>
              <a:gd name="connsiteY26" fmla="*/ 466725 h 502444"/>
              <a:gd name="connsiteX27" fmla="*/ 38593 w 79074"/>
              <a:gd name="connsiteY27" fmla="*/ 485775 h 502444"/>
              <a:gd name="connsiteX28" fmla="*/ 36212 w 79074"/>
              <a:gd name="connsiteY28" fmla="*/ 502444 h 50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9074" h="502444">
                <a:moveTo>
                  <a:pt x="31449" y="0"/>
                </a:moveTo>
                <a:cubicBezTo>
                  <a:pt x="34624" y="43656"/>
                  <a:pt x="41703" y="87203"/>
                  <a:pt x="40974" y="130969"/>
                </a:cubicBezTo>
                <a:cubicBezTo>
                  <a:pt x="40880" y="136581"/>
                  <a:pt x="32721" y="138614"/>
                  <a:pt x="29068" y="142875"/>
                </a:cubicBezTo>
                <a:cubicBezTo>
                  <a:pt x="23178" y="149747"/>
                  <a:pt x="12399" y="164307"/>
                  <a:pt x="12399" y="164307"/>
                </a:cubicBezTo>
                <a:cubicBezTo>
                  <a:pt x="10812" y="169069"/>
                  <a:pt x="9882" y="174104"/>
                  <a:pt x="7637" y="178594"/>
                </a:cubicBezTo>
                <a:cubicBezTo>
                  <a:pt x="1751" y="190364"/>
                  <a:pt x="3996" y="184751"/>
                  <a:pt x="493" y="195263"/>
                </a:cubicBezTo>
                <a:cubicBezTo>
                  <a:pt x="2014" y="215044"/>
                  <a:pt x="-5438" y="224358"/>
                  <a:pt x="10018" y="230982"/>
                </a:cubicBezTo>
                <a:cubicBezTo>
                  <a:pt x="13026" y="232271"/>
                  <a:pt x="16368" y="232569"/>
                  <a:pt x="19543" y="233363"/>
                </a:cubicBezTo>
                <a:cubicBezTo>
                  <a:pt x="27720" y="238813"/>
                  <a:pt x="30449" y="241059"/>
                  <a:pt x="40974" y="245269"/>
                </a:cubicBezTo>
                <a:cubicBezTo>
                  <a:pt x="48621" y="248328"/>
                  <a:pt x="50702" y="246562"/>
                  <a:pt x="57643" y="250032"/>
                </a:cubicBezTo>
                <a:cubicBezTo>
                  <a:pt x="60203" y="251312"/>
                  <a:pt x="62227" y="253514"/>
                  <a:pt x="64787" y="254794"/>
                </a:cubicBezTo>
                <a:cubicBezTo>
                  <a:pt x="68610" y="256706"/>
                  <a:pt x="72724" y="257969"/>
                  <a:pt x="76693" y="259557"/>
                </a:cubicBezTo>
                <a:cubicBezTo>
                  <a:pt x="77487" y="261938"/>
                  <a:pt x="79074" y="264190"/>
                  <a:pt x="79074" y="266700"/>
                </a:cubicBezTo>
                <a:cubicBezTo>
                  <a:pt x="79074" y="273888"/>
                  <a:pt x="78668" y="281221"/>
                  <a:pt x="76693" y="288132"/>
                </a:cubicBezTo>
                <a:cubicBezTo>
                  <a:pt x="74748" y="294939"/>
                  <a:pt x="67778" y="302577"/>
                  <a:pt x="62405" y="307182"/>
                </a:cubicBezTo>
                <a:cubicBezTo>
                  <a:pt x="59392" y="309765"/>
                  <a:pt x="55867" y="311712"/>
                  <a:pt x="52880" y="314325"/>
                </a:cubicBezTo>
                <a:cubicBezTo>
                  <a:pt x="49501" y="317282"/>
                  <a:pt x="46711" y="320867"/>
                  <a:pt x="43355" y="323850"/>
                </a:cubicBezTo>
                <a:cubicBezTo>
                  <a:pt x="39556" y="327227"/>
                  <a:pt x="35248" y="329998"/>
                  <a:pt x="31449" y="333375"/>
                </a:cubicBezTo>
                <a:cubicBezTo>
                  <a:pt x="28093" y="336358"/>
                  <a:pt x="24729" y="339394"/>
                  <a:pt x="21924" y="342900"/>
                </a:cubicBezTo>
                <a:cubicBezTo>
                  <a:pt x="18348" y="347370"/>
                  <a:pt x="12399" y="357188"/>
                  <a:pt x="12399" y="357188"/>
                </a:cubicBezTo>
                <a:cubicBezTo>
                  <a:pt x="9373" y="366267"/>
                  <a:pt x="7137" y="369425"/>
                  <a:pt x="12399" y="381000"/>
                </a:cubicBezTo>
                <a:cubicBezTo>
                  <a:pt x="14257" y="385088"/>
                  <a:pt x="19002" y="387116"/>
                  <a:pt x="21924" y="390525"/>
                </a:cubicBezTo>
                <a:cubicBezTo>
                  <a:pt x="23787" y="392698"/>
                  <a:pt x="25316" y="395156"/>
                  <a:pt x="26687" y="397669"/>
                </a:cubicBezTo>
                <a:cubicBezTo>
                  <a:pt x="26707" y="397706"/>
                  <a:pt x="38583" y="421463"/>
                  <a:pt x="40974" y="426244"/>
                </a:cubicBezTo>
                <a:cubicBezTo>
                  <a:pt x="42562" y="429419"/>
                  <a:pt x="43768" y="432815"/>
                  <a:pt x="45737" y="435769"/>
                </a:cubicBezTo>
                <a:lnTo>
                  <a:pt x="50499" y="442913"/>
                </a:lnTo>
                <a:cubicBezTo>
                  <a:pt x="49705" y="450850"/>
                  <a:pt x="49682" y="458903"/>
                  <a:pt x="48118" y="466725"/>
                </a:cubicBezTo>
                <a:cubicBezTo>
                  <a:pt x="46454" y="475047"/>
                  <a:pt x="42940" y="479254"/>
                  <a:pt x="38593" y="485775"/>
                </a:cubicBezTo>
                <a:cubicBezTo>
                  <a:pt x="35208" y="495931"/>
                  <a:pt x="36212" y="490409"/>
                  <a:pt x="36212" y="502444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자유형: 도형 167">
            <a:extLst>
              <a:ext uri="{FF2B5EF4-FFF2-40B4-BE49-F238E27FC236}">
                <a16:creationId xmlns:a16="http://schemas.microsoft.com/office/drawing/2014/main" id="{446DFFA1-C8D9-439A-943C-90D127E06BCD}"/>
              </a:ext>
            </a:extLst>
          </p:cNvPr>
          <p:cNvSpPr/>
          <p:nvPr/>
        </p:nvSpPr>
        <p:spPr>
          <a:xfrm>
            <a:off x="5583368" y="4586139"/>
            <a:ext cx="350043" cy="35719"/>
          </a:xfrm>
          <a:custGeom>
            <a:avLst/>
            <a:gdLst>
              <a:gd name="connsiteX0" fmla="*/ 0 w 350043"/>
              <a:gd name="connsiteY0" fmla="*/ 35719 h 35719"/>
              <a:gd name="connsiteX1" fmla="*/ 30956 w 350043"/>
              <a:gd name="connsiteY1" fmla="*/ 19050 h 35719"/>
              <a:gd name="connsiteX2" fmla="*/ 45243 w 350043"/>
              <a:gd name="connsiteY2" fmla="*/ 9525 h 35719"/>
              <a:gd name="connsiteX3" fmla="*/ 52387 w 350043"/>
              <a:gd name="connsiteY3" fmla="*/ 4762 h 35719"/>
              <a:gd name="connsiteX4" fmla="*/ 66675 w 350043"/>
              <a:gd name="connsiteY4" fmla="*/ 0 h 35719"/>
              <a:gd name="connsiteX5" fmla="*/ 102393 w 350043"/>
              <a:gd name="connsiteY5" fmla="*/ 9525 h 35719"/>
              <a:gd name="connsiteX6" fmla="*/ 111918 w 350043"/>
              <a:gd name="connsiteY6" fmla="*/ 14287 h 35719"/>
              <a:gd name="connsiteX7" fmla="*/ 130968 w 350043"/>
              <a:gd name="connsiteY7" fmla="*/ 26194 h 35719"/>
              <a:gd name="connsiteX8" fmla="*/ 147637 w 350043"/>
              <a:gd name="connsiteY8" fmla="*/ 30956 h 35719"/>
              <a:gd name="connsiteX9" fmla="*/ 164306 w 350043"/>
              <a:gd name="connsiteY9" fmla="*/ 26194 h 35719"/>
              <a:gd name="connsiteX10" fmla="*/ 171450 w 350043"/>
              <a:gd name="connsiteY10" fmla="*/ 23812 h 35719"/>
              <a:gd name="connsiteX11" fmla="*/ 178593 w 350043"/>
              <a:gd name="connsiteY11" fmla="*/ 16669 h 35719"/>
              <a:gd name="connsiteX12" fmla="*/ 185737 w 350043"/>
              <a:gd name="connsiteY12" fmla="*/ 14287 h 35719"/>
              <a:gd name="connsiteX13" fmla="*/ 200025 w 350043"/>
              <a:gd name="connsiteY13" fmla="*/ 7144 h 35719"/>
              <a:gd name="connsiteX14" fmla="*/ 238125 w 350043"/>
              <a:gd name="connsiteY14" fmla="*/ 9525 h 35719"/>
              <a:gd name="connsiteX15" fmla="*/ 257175 w 350043"/>
              <a:gd name="connsiteY15" fmla="*/ 19050 h 35719"/>
              <a:gd name="connsiteX16" fmla="*/ 266700 w 350043"/>
              <a:gd name="connsiteY16" fmla="*/ 26194 h 35719"/>
              <a:gd name="connsiteX17" fmla="*/ 273843 w 350043"/>
              <a:gd name="connsiteY17" fmla="*/ 28575 h 35719"/>
              <a:gd name="connsiteX18" fmla="*/ 285750 w 350043"/>
              <a:gd name="connsiteY18" fmla="*/ 23812 h 35719"/>
              <a:gd name="connsiteX19" fmla="*/ 297656 w 350043"/>
              <a:gd name="connsiteY19" fmla="*/ 4762 h 35719"/>
              <a:gd name="connsiteX20" fmla="*/ 323850 w 350043"/>
              <a:gd name="connsiteY20" fmla="*/ 7144 h 35719"/>
              <a:gd name="connsiteX21" fmla="*/ 350043 w 350043"/>
              <a:gd name="connsiteY21" fmla="*/ 9525 h 3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50043" h="35719">
                <a:moveTo>
                  <a:pt x="0" y="35719"/>
                </a:moveTo>
                <a:cubicBezTo>
                  <a:pt x="10768" y="31411"/>
                  <a:pt x="22455" y="27551"/>
                  <a:pt x="30956" y="19050"/>
                </a:cubicBezTo>
                <a:cubicBezTo>
                  <a:pt x="39875" y="10131"/>
                  <a:pt x="34905" y="12971"/>
                  <a:pt x="45243" y="9525"/>
                </a:cubicBezTo>
                <a:cubicBezTo>
                  <a:pt x="47624" y="7937"/>
                  <a:pt x="49772" y="5924"/>
                  <a:pt x="52387" y="4762"/>
                </a:cubicBezTo>
                <a:cubicBezTo>
                  <a:pt x="56975" y="2723"/>
                  <a:pt x="66675" y="0"/>
                  <a:pt x="66675" y="0"/>
                </a:cubicBezTo>
                <a:cubicBezTo>
                  <a:pt x="87999" y="4264"/>
                  <a:pt x="86499" y="2461"/>
                  <a:pt x="102393" y="9525"/>
                </a:cubicBezTo>
                <a:cubicBezTo>
                  <a:pt x="105637" y="10967"/>
                  <a:pt x="108836" y="12526"/>
                  <a:pt x="111918" y="14287"/>
                </a:cubicBezTo>
                <a:cubicBezTo>
                  <a:pt x="125145" y="21845"/>
                  <a:pt x="112998" y="17209"/>
                  <a:pt x="130968" y="26194"/>
                </a:cubicBezTo>
                <a:cubicBezTo>
                  <a:pt x="134383" y="27902"/>
                  <a:pt x="144587" y="30193"/>
                  <a:pt x="147637" y="30956"/>
                </a:cubicBezTo>
                <a:lnTo>
                  <a:pt x="164306" y="26194"/>
                </a:lnTo>
                <a:cubicBezTo>
                  <a:pt x="166710" y="25473"/>
                  <a:pt x="169361" y="25204"/>
                  <a:pt x="171450" y="23812"/>
                </a:cubicBezTo>
                <a:cubicBezTo>
                  <a:pt x="174252" y="21944"/>
                  <a:pt x="175791" y="18537"/>
                  <a:pt x="178593" y="16669"/>
                </a:cubicBezTo>
                <a:cubicBezTo>
                  <a:pt x="180682" y="15277"/>
                  <a:pt x="183492" y="15410"/>
                  <a:pt x="185737" y="14287"/>
                </a:cubicBezTo>
                <a:cubicBezTo>
                  <a:pt x="204195" y="5058"/>
                  <a:pt x="182075" y="13127"/>
                  <a:pt x="200025" y="7144"/>
                </a:cubicBezTo>
                <a:cubicBezTo>
                  <a:pt x="212725" y="7938"/>
                  <a:pt x="225528" y="7726"/>
                  <a:pt x="238125" y="9525"/>
                </a:cubicBezTo>
                <a:cubicBezTo>
                  <a:pt x="244805" y="10479"/>
                  <a:pt x="251754" y="15177"/>
                  <a:pt x="257175" y="19050"/>
                </a:cubicBezTo>
                <a:cubicBezTo>
                  <a:pt x="260404" y="21357"/>
                  <a:pt x="263254" y="24225"/>
                  <a:pt x="266700" y="26194"/>
                </a:cubicBezTo>
                <a:cubicBezTo>
                  <a:pt x="268879" y="27439"/>
                  <a:pt x="271462" y="27781"/>
                  <a:pt x="273843" y="28575"/>
                </a:cubicBezTo>
                <a:cubicBezTo>
                  <a:pt x="277812" y="26987"/>
                  <a:pt x="282376" y="26436"/>
                  <a:pt x="285750" y="23812"/>
                </a:cubicBezTo>
                <a:cubicBezTo>
                  <a:pt x="294486" y="17017"/>
                  <a:pt x="294832" y="13235"/>
                  <a:pt x="297656" y="4762"/>
                </a:cubicBezTo>
                <a:cubicBezTo>
                  <a:pt x="306387" y="5556"/>
                  <a:pt x="315143" y="6119"/>
                  <a:pt x="323850" y="7144"/>
                </a:cubicBezTo>
                <a:cubicBezTo>
                  <a:pt x="349631" y="10177"/>
                  <a:pt x="327079" y="9525"/>
                  <a:pt x="350043" y="952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5" name="표 224">
            <a:extLst>
              <a:ext uri="{FF2B5EF4-FFF2-40B4-BE49-F238E27FC236}">
                <a16:creationId xmlns:a16="http://schemas.microsoft.com/office/drawing/2014/main" id="{99D9F853-C217-4E5F-9769-3DA9985FF2AF}"/>
              </a:ext>
            </a:extLst>
          </p:cNvPr>
          <p:cNvGraphicFramePr>
            <a:graphicFrameLocks noGrp="1"/>
          </p:cNvGraphicFramePr>
          <p:nvPr/>
        </p:nvGraphicFramePr>
        <p:xfrm>
          <a:off x="6077921" y="4823697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27" name="표 226">
            <a:extLst>
              <a:ext uri="{FF2B5EF4-FFF2-40B4-BE49-F238E27FC236}">
                <a16:creationId xmlns:a16="http://schemas.microsoft.com/office/drawing/2014/main" id="{5230E76D-2897-4E36-96B9-61C8007820BB}"/>
              </a:ext>
            </a:extLst>
          </p:cNvPr>
          <p:cNvGraphicFramePr>
            <a:graphicFrameLocks noGrp="1"/>
          </p:cNvGraphicFramePr>
          <p:nvPr/>
        </p:nvGraphicFramePr>
        <p:xfrm>
          <a:off x="6111997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229" name="처리 7">
            <a:extLst>
              <a:ext uri="{FF2B5EF4-FFF2-40B4-BE49-F238E27FC236}">
                <a16:creationId xmlns:a16="http://schemas.microsoft.com/office/drawing/2014/main" id="{F887E806-FD6C-4F76-A471-02CF68A4A263}"/>
              </a:ext>
            </a:extLst>
          </p:cNvPr>
          <p:cNvSpPr/>
          <p:nvPr/>
        </p:nvSpPr>
        <p:spPr>
          <a:xfrm>
            <a:off x="4666615" y="2108863"/>
            <a:ext cx="1542776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GNN Encoder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31" name="화살표: 오른쪽 230">
            <a:extLst>
              <a:ext uri="{FF2B5EF4-FFF2-40B4-BE49-F238E27FC236}">
                <a16:creationId xmlns:a16="http://schemas.microsoft.com/office/drawing/2014/main" id="{B05A2A70-33E9-42D1-9C71-A05E2BB1DFA3}"/>
              </a:ext>
            </a:extLst>
          </p:cNvPr>
          <p:cNvSpPr/>
          <p:nvPr/>
        </p:nvSpPr>
        <p:spPr>
          <a:xfrm rot="1941409" flipV="1">
            <a:off x="6825877" y="4992807"/>
            <a:ext cx="392030" cy="3833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0D501BB6-B884-4A01-B62D-EF43E6D095F8}"/>
              </a:ext>
            </a:extLst>
          </p:cNvPr>
          <p:cNvGrpSpPr/>
          <p:nvPr/>
        </p:nvGrpSpPr>
        <p:grpSpPr>
          <a:xfrm>
            <a:off x="9126764" y="1618650"/>
            <a:ext cx="724983" cy="1400402"/>
            <a:chOff x="9508371" y="1783105"/>
            <a:chExt cx="724983" cy="1400402"/>
          </a:xfrm>
        </p:grpSpPr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BBD83704-85FF-46AF-BB8D-ADE7C570A611}"/>
                </a:ext>
              </a:extLst>
            </p:cNvPr>
            <p:cNvGrpSpPr/>
            <p:nvPr/>
          </p:nvGrpSpPr>
          <p:grpSpPr>
            <a:xfrm>
              <a:off x="9508371" y="1783105"/>
              <a:ext cx="724983" cy="1400402"/>
              <a:chOff x="9508371" y="1783105"/>
              <a:chExt cx="724983" cy="1400402"/>
            </a:xfrm>
          </p:grpSpPr>
          <p:sp>
            <p:nvSpPr>
              <p:cNvPr id="232" name="사각형: 둥근 모서리 231">
                <a:extLst>
                  <a:ext uri="{FF2B5EF4-FFF2-40B4-BE49-F238E27FC236}">
                    <a16:creationId xmlns:a16="http://schemas.microsoft.com/office/drawing/2014/main" id="{BC5E096B-4C92-4662-AF18-4862C7013BE9}"/>
                  </a:ext>
                </a:extLst>
              </p:cNvPr>
              <p:cNvSpPr/>
              <p:nvPr/>
            </p:nvSpPr>
            <p:spPr>
              <a:xfrm>
                <a:off x="9508371" y="1783105"/>
                <a:ext cx="724983" cy="140040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타원 233">
                <a:extLst>
                  <a:ext uri="{FF2B5EF4-FFF2-40B4-BE49-F238E27FC236}">
                    <a16:creationId xmlns:a16="http://schemas.microsoft.com/office/drawing/2014/main" id="{25BD9B49-54F3-40EA-851D-6CEB064B16BF}"/>
                  </a:ext>
                </a:extLst>
              </p:cNvPr>
              <p:cNvSpPr/>
              <p:nvPr/>
            </p:nvSpPr>
            <p:spPr>
              <a:xfrm>
                <a:off x="9603057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" name="타원 234">
                <a:extLst>
                  <a:ext uri="{FF2B5EF4-FFF2-40B4-BE49-F238E27FC236}">
                    <a16:creationId xmlns:a16="http://schemas.microsoft.com/office/drawing/2014/main" id="{D8466F19-57AA-4580-93F5-4F1B81B516C5}"/>
                  </a:ext>
                </a:extLst>
              </p:cNvPr>
              <p:cNvSpPr/>
              <p:nvPr/>
            </p:nvSpPr>
            <p:spPr>
              <a:xfrm>
                <a:off x="9603057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타원 235">
                <a:extLst>
                  <a:ext uri="{FF2B5EF4-FFF2-40B4-BE49-F238E27FC236}">
                    <a16:creationId xmlns:a16="http://schemas.microsoft.com/office/drawing/2014/main" id="{68D63BAB-BE73-4F06-B192-1B9720CB6925}"/>
                  </a:ext>
                </a:extLst>
              </p:cNvPr>
              <p:cNvSpPr/>
              <p:nvPr/>
            </p:nvSpPr>
            <p:spPr>
              <a:xfrm>
                <a:off x="9603057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타원 236">
                <a:extLst>
                  <a:ext uri="{FF2B5EF4-FFF2-40B4-BE49-F238E27FC236}">
                    <a16:creationId xmlns:a16="http://schemas.microsoft.com/office/drawing/2014/main" id="{3579FD67-08A9-482F-A1AC-AE94F1CEA2DE}"/>
                  </a:ext>
                </a:extLst>
              </p:cNvPr>
              <p:cNvSpPr/>
              <p:nvPr/>
            </p:nvSpPr>
            <p:spPr>
              <a:xfrm>
                <a:off x="9603057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타원 237">
                <a:extLst>
                  <a:ext uri="{FF2B5EF4-FFF2-40B4-BE49-F238E27FC236}">
                    <a16:creationId xmlns:a16="http://schemas.microsoft.com/office/drawing/2014/main" id="{FB4CFE96-839C-4388-9E20-E0E55FBE7F91}"/>
                  </a:ext>
                </a:extLst>
              </p:cNvPr>
              <p:cNvSpPr/>
              <p:nvPr/>
            </p:nvSpPr>
            <p:spPr>
              <a:xfrm>
                <a:off x="9985778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타원 238">
                <a:extLst>
                  <a:ext uri="{FF2B5EF4-FFF2-40B4-BE49-F238E27FC236}">
                    <a16:creationId xmlns:a16="http://schemas.microsoft.com/office/drawing/2014/main" id="{46A3198E-FF8A-4F6A-9646-E211AA6DD663}"/>
                  </a:ext>
                </a:extLst>
              </p:cNvPr>
              <p:cNvSpPr/>
              <p:nvPr/>
            </p:nvSpPr>
            <p:spPr>
              <a:xfrm>
                <a:off x="9985778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타원 239">
                <a:extLst>
                  <a:ext uri="{FF2B5EF4-FFF2-40B4-BE49-F238E27FC236}">
                    <a16:creationId xmlns:a16="http://schemas.microsoft.com/office/drawing/2014/main" id="{F2BA04EA-C7B3-447C-9959-03FB9A569A37}"/>
                  </a:ext>
                </a:extLst>
              </p:cNvPr>
              <p:cNvSpPr/>
              <p:nvPr/>
            </p:nvSpPr>
            <p:spPr>
              <a:xfrm>
                <a:off x="9985778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타원 240">
                <a:extLst>
                  <a:ext uri="{FF2B5EF4-FFF2-40B4-BE49-F238E27FC236}">
                    <a16:creationId xmlns:a16="http://schemas.microsoft.com/office/drawing/2014/main" id="{6019053D-09BC-4250-B01C-F637B4D428AE}"/>
                  </a:ext>
                </a:extLst>
              </p:cNvPr>
              <p:cNvSpPr/>
              <p:nvPr/>
            </p:nvSpPr>
            <p:spPr>
              <a:xfrm>
                <a:off x="9985778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43" name="직선 연결선 242">
                <a:extLst>
                  <a:ext uri="{FF2B5EF4-FFF2-40B4-BE49-F238E27FC236}">
                    <a16:creationId xmlns:a16="http://schemas.microsoft.com/office/drawing/2014/main" id="{ED2B758C-E2E3-418A-83CB-8B3B341E9377}"/>
                  </a:ext>
                </a:extLst>
              </p:cNvPr>
              <p:cNvCxnSpPr>
                <a:stCxn id="234" idx="6"/>
                <a:endCxn id="238" idx="2"/>
              </p:cNvCxnSpPr>
              <p:nvPr/>
            </p:nvCxnSpPr>
            <p:spPr>
              <a:xfrm>
                <a:off x="9767888" y="2038912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E03CEDD0-B507-4BF4-9376-D8005D4EAA78}"/>
                  </a:ext>
                </a:extLst>
              </p:cNvPr>
              <p:cNvCxnSpPr>
                <a:cxnSpLocks/>
                <a:stCxn id="235" idx="6"/>
                <a:endCxn id="239" idx="2"/>
              </p:cNvCxnSpPr>
              <p:nvPr/>
            </p:nvCxnSpPr>
            <p:spPr>
              <a:xfrm>
                <a:off x="9767888" y="2350658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직선 연결선 246">
                <a:extLst>
                  <a:ext uri="{FF2B5EF4-FFF2-40B4-BE49-F238E27FC236}">
                    <a16:creationId xmlns:a16="http://schemas.microsoft.com/office/drawing/2014/main" id="{D9F5F0D3-5AD9-4443-806B-9FC4D4758B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662404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484F874A-F2D7-472B-8AD6-D98449169B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974150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BAF4AB8D-4D5F-4495-A290-4046F3549A6C}"/>
                  </a:ext>
                </a:extLst>
              </p:cNvPr>
              <p:cNvCxnSpPr>
                <a:cxnSpLocks/>
                <a:stCxn id="234" idx="5"/>
                <a:endCxn id="241" idx="1"/>
              </p:cNvCxnSpPr>
              <p:nvPr/>
            </p:nvCxnSpPr>
            <p:spPr>
              <a:xfrm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직선 연결선 251">
                <a:extLst>
                  <a:ext uri="{FF2B5EF4-FFF2-40B4-BE49-F238E27FC236}">
                    <a16:creationId xmlns:a16="http://schemas.microsoft.com/office/drawing/2014/main" id="{37556E84-6BDA-4EAB-96C7-64805FFEC227}"/>
                  </a:ext>
                </a:extLst>
              </p:cNvPr>
              <p:cNvCxnSpPr>
                <a:cxnSpLocks/>
                <a:stCxn id="237" idx="7"/>
                <a:endCxn id="238" idx="3"/>
              </p:cNvCxnSpPr>
              <p:nvPr/>
            </p:nvCxnSpPr>
            <p:spPr>
              <a:xfrm flipV="1"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직선 연결선 254">
                <a:extLst>
                  <a:ext uri="{FF2B5EF4-FFF2-40B4-BE49-F238E27FC236}">
                    <a16:creationId xmlns:a16="http://schemas.microsoft.com/office/drawing/2014/main" id="{078EB9AA-250E-43EA-B6F0-0AA263EFFC89}"/>
                  </a:ext>
                </a:extLst>
              </p:cNvPr>
              <p:cNvCxnSpPr>
                <a:cxnSpLocks/>
                <a:stCxn id="239" idx="3"/>
                <a:endCxn id="236" idx="7"/>
              </p:cNvCxnSpPr>
              <p:nvPr/>
            </p:nvCxnSpPr>
            <p:spPr>
              <a:xfrm flipH="1"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직선 연결선 255">
                <a:extLst>
                  <a:ext uri="{FF2B5EF4-FFF2-40B4-BE49-F238E27FC236}">
                    <a16:creationId xmlns:a16="http://schemas.microsoft.com/office/drawing/2014/main" id="{9A26316D-DD28-4A50-A04F-A023E74A8A06}"/>
                  </a:ext>
                </a:extLst>
              </p:cNvPr>
              <p:cNvCxnSpPr>
                <a:cxnSpLocks/>
                <a:stCxn id="235" idx="5"/>
                <a:endCxn id="240" idx="1"/>
              </p:cNvCxnSpPr>
              <p:nvPr/>
            </p:nvCxnSpPr>
            <p:spPr>
              <a:xfrm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직선 연결선 261">
                <a:extLst>
                  <a:ext uri="{FF2B5EF4-FFF2-40B4-BE49-F238E27FC236}">
                    <a16:creationId xmlns:a16="http://schemas.microsoft.com/office/drawing/2014/main" id="{EF9CC7C2-3BE0-464D-A4BF-664932E75252}"/>
                  </a:ext>
                </a:extLst>
              </p:cNvPr>
              <p:cNvCxnSpPr>
                <a:cxnSpLocks/>
                <a:stCxn id="241" idx="1"/>
                <a:endCxn id="236" idx="5"/>
              </p:cNvCxnSpPr>
              <p:nvPr/>
            </p:nvCxnSpPr>
            <p:spPr>
              <a:xfrm flipH="1" flipV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6C5AD8A9-F5D4-47C7-A5E1-CCFA5D10200D}"/>
                  </a:ext>
                </a:extLst>
              </p:cNvPr>
              <p:cNvCxnSpPr>
                <a:cxnSpLocks/>
                <a:stCxn id="240" idx="3"/>
                <a:endCxn id="237" idx="7"/>
              </p:cNvCxnSpPr>
              <p:nvPr/>
            </p:nvCxnSpPr>
            <p:spPr>
              <a:xfrm flipH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0985B019-76F6-4BA3-B121-88AA0D72B493}"/>
                  </a:ext>
                </a:extLst>
              </p:cNvPr>
              <p:cNvCxnSpPr>
                <a:cxnSpLocks/>
                <a:stCxn id="239" idx="1"/>
                <a:endCxn id="234" idx="5"/>
              </p:cNvCxnSpPr>
              <p:nvPr/>
            </p:nvCxnSpPr>
            <p:spPr>
              <a:xfrm flipH="1" flipV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0FE11149-AA67-449A-9CED-4AB0DC943BE6}"/>
                  </a:ext>
                </a:extLst>
              </p:cNvPr>
              <p:cNvCxnSpPr>
                <a:cxnSpLocks/>
                <a:stCxn id="238" idx="3"/>
                <a:endCxn id="235" idx="7"/>
              </p:cNvCxnSpPr>
              <p:nvPr/>
            </p:nvCxnSpPr>
            <p:spPr>
              <a:xfrm flipH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4" name="처리 7">
              <a:extLst>
                <a:ext uri="{FF2B5EF4-FFF2-40B4-BE49-F238E27FC236}">
                  <a16:creationId xmlns:a16="http://schemas.microsoft.com/office/drawing/2014/main" id="{5937C9A2-B112-414B-963A-C6781B7B492F}"/>
                </a:ext>
              </a:extLst>
            </p:cNvPr>
            <p:cNvSpPr/>
            <p:nvPr/>
          </p:nvSpPr>
          <p:spPr>
            <a:xfrm>
              <a:off x="9562427" y="2327029"/>
              <a:ext cx="618366" cy="322997"/>
            </a:xfrm>
            <a:prstGeom prst="flowChartProcess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MLP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A3DC2904-BF5C-4BB0-B2E2-99255E324E13}"/>
              </a:ext>
            </a:extLst>
          </p:cNvPr>
          <p:cNvGrpSpPr/>
          <p:nvPr/>
        </p:nvGrpSpPr>
        <p:grpSpPr>
          <a:xfrm>
            <a:off x="9126764" y="4589646"/>
            <a:ext cx="724983" cy="1400402"/>
            <a:chOff x="9508371" y="1783105"/>
            <a:chExt cx="724983" cy="1400402"/>
          </a:xfrm>
        </p:grpSpPr>
        <p:grpSp>
          <p:nvGrpSpPr>
            <p:cNvPr id="297" name="그룹 296">
              <a:extLst>
                <a:ext uri="{FF2B5EF4-FFF2-40B4-BE49-F238E27FC236}">
                  <a16:creationId xmlns:a16="http://schemas.microsoft.com/office/drawing/2014/main" id="{613B5E14-D0E1-4598-9999-9BBC4AF39F83}"/>
                </a:ext>
              </a:extLst>
            </p:cNvPr>
            <p:cNvGrpSpPr/>
            <p:nvPr/>
          </p:nvGrpSpPr>
          <p:grpSpPr>
            <a:xfrm>
              <a:off x="9508371" y="1783105"/>
              <a:ext cx="724983" cy="1400402"/>
              <a:chOff x="9508371" y="1783105"/>
              <a:chExt cx="724983" cy="1400402"/>
            </a:xfrm>
          </p:grpSpPr>
          <p:sp>
            <p:nvSpPr>
              <p:cNvPr id="299" name="사각형: 둥근 모서리 298">
                <a:extLst>
                  <a:ext uri="{FF2B5EF4-FFF2-40B4-BE49-F238E27FC236}">
                    <a16:creationId xmlns:a16="http://schemas.microsoft.com/office/drawing/2014/main" id="{8912A8A0-F781-48DA-9704-4B133E7F8A76}"/>
                  </a:ext>
                </a:extLst>
              </p:cNvPr>
              <p:cNvSpPr/>
              <p:nvPr/>
            </p:nvSpPr>
            <p:spPr>
              <a:xfrm>
                <a:off x="9508371" y="1783105"/>
                <a:ext cx="724983" cy="140040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" name="타원 299">
                <a:extLst>
                  <a:ext uri="{FF2B5EF4-FFF2-40B4-BE49-F238E27FC236}">
                    <a16:creationId xmlns:a16="http://schemas.microsoft.com/office/drawing/2014/main" id="{7BAB4719-EC3D-489A-8E80-89879017D755}"/>
                  </a:ext>
                </a:extLst>
              </p:cNvPr>
              <p:cNvSpPr/>
              <p:nvPr/>
            </p:nvSpPr>
            <p:spPr>
              <a:xfrm>
                <a:off x="9603057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" name="타원 300">
                <a:extLst>
                  <a:ext uri="{FF2B5EF4-FFF2-40B4-BE49-F238E27FC236}">
                    <a16:creationId xmlns:a16="http://schemas.microsoft.com/office/drawing/2014/main" id="{B32B00E5-87AD-412B-8BF8-8B875E7F5241}"/>
                  </a:ext>
                </a:extLst>
              </p:cNvPr>
              <p:cNvSpPr/>
              <p:nvPr/>
            </p:nvSpPr>
            <p:spPr>
              <a:xfrm>
                <a:off x="9603057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" name="타원 301">
                <a:extLst>
                  <a:ext uri="{FF2B5EF4-FFF2-40B4-BE49-F238E27FC236}">
                    <a16:creationId xmlns:a16="http://schemas.microsoft.com/office/drawing/2014/main" id="{62FBD23D-0D99-4BB5-A741-D7F0EF406088}"/>
                  </a:ext>
                </a:extLst>
              </p:cNvPr>
              <p:cNvSpPr/>
              <p:nvPr/>
            </p:nvSpPr>
            <p:spPr>
              <a:xfrm>
                <a:off x="9603057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" name="타원 302">
                <a:extLst>
                  <a:ext uri="{FF2B5EF4-FFF2-40B4-BE49-F238E27FC236}">
                    <a16:creationId xmlns:a16="http://schemas.microsoft.com/office/drawing/2014/main" id="{A27D8BD3-1FE8-4D9F-979B-09DFE323897A}"/>
                  </a:ext>
                </a:extLst>
              </p:cNvPr>
              <p:cNvSpPr/>
              <p:nvPr/>
            </p:nvSpPr>
            <p:spPr>
              <a:xfrm>
                <a:off x="9603057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" name="타원 303">
                <a:extLst>
                  <a:ext uri="{FF2B5EF4-FFF2-40B4-BE49-F238E27FC236}">
                    <a16:creationId xmlns:a16="http://schemas.microsoft.com/office/drawing/2014/main" id="{5F42CA5F-B283-4FA4-8687-60E19A25C13E}"/>
                  </a:ext>
                </a:extLst>
              </p:cNvPr>
              <p:cNvSpPr/>
              <p:nvPr/>
            </p:nvSpPr>
            <p:spPr>
              <a:xfrm>
                <a:off x="9985778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" name="타원 304">
                <a:extLst>
                  <a:ext uri="{FF2B5EF4-FFF2-40B4-BE49-F238E27FC236}">
                    <a16:creationId xmlns:a16="http://schemas.microsoft.com/office/drawing/2014/main" id="{A8ACCAD5-F79B-41D6-BEC0-DBCB0C7E9688}"/>
                  </a:ext>
                </a:extLst>
              </p:cNvPr>
              <p:cNvSpPr/>
              <p:nvPr/>
            </p:nvSpPr>
            <p:spPr>
              <a:xfrm>
                <a:off x="9985778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" name="타원 305">
                <a:extLst>
                  <a:ext uri="{FF2B5EF4-FFF2-40B4-BE49-F238E27FC236}">
                    <a16:creationId xmlns:a16="http://schemas.microsoft.com/office/drawing/2014/main" id="{1C52EF99-46A7-4A94-B185-C2242A3D5528}"/>
                  </a:ext>
                </a:extLst>
              </p:cNvPr>
              <p:cNvSpPr/>
              <p:nvPr/>
            </p:nvSpPr>
            <p:spPr>
              <a:xfrm>
                <a:off x="9985778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타원 306">
                <a:extLst>
                  <a:ext uri="{FF2B5EF4-FFF2-40B4-BE49-F238E27FC236}">
                    <a16:creationId xmlns:a16="http://schemas.microsoft.com/office/drawing/2014/main" id="{4C8E825C-2703-4B52-9CDC-33D85FC778C5}"/>
                  </a:ext>
                </a:extLst>
              </p:cNvPr>
              <p:cNvSpPr/>
              <p:nvPr/>
            </p:nvSpPr>
            <p:spPr>
              <a:xfrm>
                <a:off x="9985778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08" name="직선 연결선 307">
                <a:extLst>
                  <a:ext uri="{FF2B5EF4-FFF2-40B4-BE49-F238E27FC236}">
                    <a16:creationId xmlns:a16="http://schemas.microsoft.com/office/drawing/2014/main" id="{96B3522F-9FBC-4E29-B059-952FE84B90A5}"/>
                  </a:ext>
                </a:extLst>
              </p:cNvPr>
              <p:cNvCxnSpPr>
                <a:stCxn id="300" idx="6"/>
                <a:endCxn id="304" idx="2"/>
              </p:cNvCxnSpPr>
              <p:nvPr/>
            </p:nvCxnSpPr>
            <p:spPr>
              <a:xfrm>
                <a:off x="9767888" y="2038912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직선 연결선 308">
                <a:extLst>
                  <a:ext uri="{FF2B5EF4-FFF2-40B4-BE49-F238E27FC236}">
                    <a16:creationId xmlns:a16="http://schemas.microsoft.com/office/drawing/2014/main" id="{6BEB3BBB-418E-4B8D-A923-F57CA1A65DDA}"/>
                  </a:ext>
                </a:extLst>
              </p:cNvPr>
              <p:cNvCxnSpPr>
                <a:cxnSpLocks/>
                <a:stCxn id="301" idx="6"/>
                <a:endCxn id="305" idx="2"/>
              </p:cNvCxnSpPr>
              <p:nvPr/>
            </p:nvCxnSpPr>
            <p:spPr>
              <a:xfrm>
                <a:off x="9767888" y="2350658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직선 연결선 309">
                <a:extLst>
                  <a:ext uri="{FF2B5EF4-FFF2-40B4-BE49-F238E27FC236}">
                    <a16:creationId xmlns:a16="http://schemas.microsoft.com/office/drawing/2014/main" id="{5DC4B4FC-FB18-4499-B1FE-77AA71461A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662404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직선 연결선 310">
                <a:extLst>
                  <a:ext uri="{FF2B5EF4-FFF2-40B4-BE49-F238E27FC236}">
                    <a16:creationId xmlns:a16="http://schemas.microsoft.com/office/drawing/2014/main" id="{D068F1A9-149B-4C97-BE0B-FAB42F0F01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974150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직선 연결선 311">
                <a:extLst>
                  <a:ext uri="{FF2B5EF4-FFF2-40B4-BE49-F238E27FC236}">
                    <a16:creationId xmlns:a16="http://schemas.microsoft.com/office/drawing/2014/main" id="{A8823B89-6348-4485-8974-C7168B2F7565}"/>
                  </a:ext>
                </a:extLst>
              </p:cNvPr>
              <p:cNvCxnSpPr>
                <a:cxnSpLocks/>
                <a:stCxn id="300" idx="5"/>
                <a:endCxn id="307" idx="1"/>
              </p:cNvCxnSpPr>
              <p:nvPr/>
            </p:nvCxnSpPr>
            <p:spPr>
              <a:xfrm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>
                <a:extLst>
                  <a:ext uri="{FF2B5EF4-FFF2-40B4-BE49-F238E27FC236}">
                    <a16:creationId xmlns:a16="http://schemas.microsoft.com/office/drawing/2014/main" id="{42DA7CE0-4B6B-4EFE-9019-EB094FF2B103}"/>
                  </a:ext>
                </a:extLst>
              </p:cNvPr>
              <p:cNvCxnSpPr>
                <a:cxnSpLocks/>
                <a:stCxn id="303" idx="7"/>
                <a:endCxn id="304" idx="3"/>
              </p:cNvCxnSpPr>
              <p:nvPr/>
            </p:nvCxnSpPr>
            <p:spPr>
              <a:xfrm flipV="1"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직선 연결선 313">
                <a:extLst>
                  <a:ext uri="{FF2B5EF4-FFF2-40B4-BE49-F238E27FC236}">
                    <a16:creationId xmlns:a16="http://schemas.microsoft.com/office/drawing/2014/main" id="{0EA698E9-3418-41F2-8F31-11C79E4CB443}"/>
                  </a:ext>
                </a:extLst>
              </p:cNvPr>
              <p:cNvCxnSpPr>
                <a:cxnSpLocks/>
                <a:stCxn id="305" idx="3"/>
                <a:endCxn id="302" idx="7"/>
              </p:cNvCxnSpPr>
              <p:nvPr/>
            </p:nvCxnSpPr>
            <p:spPr>
              <a:xfrm flipH="1"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직선 연결선 314">
                <a:extLst>
                  <a:ext uri="{FF2B5EF4-FFF2-40B4-BE49-F238E27FC236}">
                    <a16:creationId xmlns:a16="http://schemas.microsoft.com/office/drawing/2014/main" id="{6021D15F-BDA2-432C-A2B5-199B873BE130}"/>
                  </a:ext>
                </a:extLst>
              </p:cNvPr>
              <p:cNvCxnSpPr>
                <a:cxnSpLocks/>
                <a:stCxn id="301" idx="5"/>
                <a:endCxn id="306" idx="1"/>
              </p:cNvCxnSpPr>
              <p:nvPr/>
            </p:nvCxnSpPr>
            <p:spPr>
              <a:xfrm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직선 연결선 315">
                <a:extLst>
                  <a:ext uri="{FF2B5EF4-FFF2-40B4-BE49-F238E27FC236}">
                    <a16:creationId xmlns:a16="http://schemas.microsoft.com/office/drawing/2014/main" id="{B3AA6E69-5EF5-49C5-9594-E9AC6F4B55E0}"/>
                  </a:ext>
                </a:extLst>
              </p:cNvPr>
              <p:cNvCxnSpPr>
                <a:cxnSpLocks/>
                <a:stCxn id="307" idx="1"/>
                <a:endCxn id="302" idx="5"/>
              </p:cNvCxnSpPr>
              <p:nvPr/>
            </p:nvCxnSpPr>
            <p:spPr>
              <a:xfrm flipH="1" flipV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직선 연결선 316">
                <a:extLst>
                  <a:ext uri="{FF2B5EF4-FFF2-40B4-BE49-F238E27FC236}">
                    <a16:creationId xmlns:a16="http://schemas.microsoft.com/office/drawing/2014/main" id="{2DEFD898-9222-4B46-9DB2-366FD8485FC6}"/>
                  </a:ext>
                </a:extLst>
              </p:cNvPr>
              <p:cNvCxnSpPr>
                <a:cxnSpLocks/>
                <a:stCxn id="306" idx="3"/>
                <a:endCxn id="303" idx="7"/>
              </p:cNvCxnSpPr>
              <p:nvPr/>
            </p:nvCxnSpPr>
            <p:spPr>
              <a:xfrm flipH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직선 연결선 317">
                <a:extLst>
                  <a:ext uri="{FF2B5EF4-FFF2-40B4-BE49-F238E27FC236}">
                    <a16:creationId xmlns:a16="http://schemas.microsoft.com/office/drawing/2014/main" id="{107E4CC6-CCE2-499F-B75C-22CAF7B5A8F3}"/>
                  </a:ext>
                </a:extLst>
              </p:cNvPr>
              <p:cNvCxnSpPr>
                <a:cxnSpLocks/>
                <a:stCxn id="305" idx="1"/>
                <a:endCxn id="300" idx="5"/>
              </p:cNvCxnSpPr>
              <p:nvPr/>
            </p:nvCxnSpPr>
            <p:spPr>
              <a:xfrm flipH="1" flipV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직선 연결선 318">
                <a:extLst>
                  <a:ext uri="{FF2B5EF4-FFF2-40B4-BE49-F238E27FC236}">
                    <a16:creationId xmlns:a16="http://schemas.microsoft.com/office/drawing/2014/main" id="{065221F3-7BA7-4A17-BEEA-7676163909B2}"/>
                  </a:ext>
                </a:extLst>
              </p:cNvPr>
              <p:cNvCxnSpPr>
                <a:cxnSpLocks/>
                <a:stCxn id="304" idx="3"/>
                <a:endCxn id="301" idx="7"/>
              </p:cNvCxnSpPr>
              <p:nvPr/>
            </p:nvCxnSpPr>
            <p:spPr>
              <a:xfrm flipH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8" name="처리 7">
              <a:extLst>
                <a:ext uri="{FF2B5EF4-FFF2-40B4-BE49-F238E27FC236}">
                  <a16:creationId xmlns:a16="http://schemas.microsoft.com/office/drawing/2014/main" id="{BB882608-59D0-4544-A161-97EBC9984EB6}"/>
                </a:ext>
              </a:extLst>
            </p:cNvPr>
            <p:cNvSpPr/>
            <p:nvPr/>
          </p:nvSpPr>
          <p:spPr>
            <a:xfrm>
              <a:off x="9562427" y="2327029"/>
              <a:ext cx="618366" cy="322997"/>
            </a:xfrm>
            <a:prstGeom prst="flowChartProcess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MLP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BE2F7FE0-CB44-4D1A-BF1D-ACEA19A84A9F}"/>
              </a:ext>
            </a:extLst>
          </p:cNvPr>
          <p:cNvCxnSpPr>
            <a:cxnSpLocks/>
            <a:stCxn id="150" idx="3"/>
            <a:endCxn id="232" idx="1"/>
          </p:cNvCxnSpPr>
          <p:nvPr/>
        </p:nvCxnSpPr>
        <p:spPr>
          <a:xfrm>
            <a:off x="8941802" y="2318851"/>
            <a:ext cx="1849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1E0DA55B-25D8-47B6-90BE-C3599639E9B1}"/>
              </a:ext>
            </a:extLst>
          </p:cNvPr>
          <p:cNvCxnSpPr>
            <a:cxnSpLocks/>
            <a:stCxn id="204" idx="3"/>
            <a:endCxn id="299" idx="1"/>
          </p:cNvCxnSpPr>
          <p:nvPr/>
        </p:nvCxnSpPr>
        <p:spPr>
          <a:xfrm>
            <a:off x="8941802" y="5289847"/>
            <a:ext cx="1849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8" name="직선 화살표 연결선 327">
            <a:extLst>
              <a:ext uri="{FF2B5EF4-FFF2-40B4-BE49-F238E27FC236}">
                <a16:creationId xmlns:a16="http://schemas.microsoft.com/office/drawing/2014/main" id="{3E5A2E8E-DCE1-49C3-A7E4-42ECD0259DC3}"/>
              </a:ext>
            </a:extLst>
          </p:cNvPr>
          <p:cNvCxnSpPr>
            <a:cxnSpLocks/>
            <a:stCxn id="232" idx="3"/>
            <a:endCxn id="335" idx="1"/>
          </p:cNvCxnSpPr>
          <p:nvPr/>
        </p:nvCxnSpPr>
        <p:spPr>
          <a:xfrm>
            <a:off x="9851747" y="2318851"/>
            <a:ext cx="210031" cy="5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9" name="직선 화살표 연결선 328">
            <a:extLst>
              <a:ext uri="{FF2B5EF4-FFF2-40B4-BE49-F238E27FC236}">
                <a16:creationId xmlns:a16="http://schemas.microsoft.com/office/drawing/2014/main" id="{ADB51760-70A4-4B8A-82C4-709B59468CF0}"/>
              </a:ext>
            </a:extLst>
          </p:cNvPr>
          <p:cNvCxnSpPr>
            <a:cxnSpLocks/>
            <a:stCxn id="299" idx="3"/>
          </p:cNvCxnSpPr>
          <p:nvPr/>
        </p:nvCxnSpPr>
        <p:spPr>
          <a:xfrm>
            <a:off x="9851747" y="5289847"/>
            <a:ext cx="1351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5" name="처리 7">
            <a:extLst>
              <a:ext uri="{FF2B5EF4-FFF2-40B4-BE49-F238E27FC236}">
                <a16:creationId xmlns:a16="http://schemas.microsoft.com/office/drawing/2014/main" id="{CD9FCB93-8841-476D-9AC4-B1C91CDCB54B}"/>
              </a:ext>
            </a:extLst>
          </p:cNvPr>
          <p:cNvSpPr/>
          <p:nvPr/>
        </p:nvSpPr>
        <p:spPr>
          <a:xfrm>
            <a:off x="10061778" y="2162574"/>
            <a:ext cx="1248692" cy="322997"/>
          </a:xfrm>
          <a:prstGeom prst="flowChartProcess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Preference</a:t>
            </a:r>
          </a:p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score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336" name="처리 7">
            <a:extLst>
              <a:ext uri="{FF2B5EF4-FFF2-40B4-BE49-F238E27FC236}">
                <a16:creationId xmlns:a16="http://schemas.microsoft.com/office/drawing/2014/main" id="{817FEAF2-0C83-40EB-961A-2E46089655DA}"/>
              </a:ext>
            </a:extLst>
          </p:cNvPr>
          <p:cNvSpPr/>
          <p:nvPr/>
        </p:nvSpPr>
        <p:spPr>
          <a:xfrm>
            <a:off x="10061778" y="5127250"/>
            <a:ext cx="1248692" cy="322997"/>
          </a:xfrm>
          <a:prstGeom prst="flowChartProcess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Combination</a:t>
            </a:r>
          </a:p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score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07914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4F8AEC3-745A-4B61-9DD0-D2CA0E23F33A}"/>
              </a:ext>
            </a:extLst>
          </p:cNvPr>
          <p:cNvGrpSpPr/>
          <p:nvPr/>
        </p:nvGrpSpPr>
        <p:grpSpPr>
          <a:xfrm>
            <a:off x="366860" y="1726080"/>
            <a:ext cx="11458280" cy="3933740"/>
            <a:chOff x="1328254" y="1916514"/>
            <a:chExt cx="8811200" cy="302497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AB68FFD5-E42D-465A-BAC0-5C144C10A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8254" y="1916514"/>
              <a:ext cx="4331898" cy="3024972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3E27BAA-6BF9-4D38-BBBB-6B1C63588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556" y="1916514"/>
              <a:ext cx="4331898" cy="3024972"/>
            </a:xfrm>
            <a:prstGeom prst="rect">
              <a:avLst/>
            </a:prstGeom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5D58F02-E57B-42DA-9FAA-3C8FC44348D3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1B3597-DA57-4A4A-8B28-F60A2D80ECC4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_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설명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9" name="처리 7">
            <a:extLst>
              <a:ext uri="{FF2B5EF4-FFF2-40B4-BE49-F238E27FC236}">
                <a16:creationId xmlns:a16="http://schemas.microsoft.com/office/drawing/2014/main" id="{3E536B9D-52B9-4453-B223-B867A9AFBEB6}"/>
              </a:ext>
            </a:extLst>
          </p:cNvPr>
          <p:cNvSpPr/>
          <p:nvPr/>
        </p:nvSpPr>
        <p:spPr>
          <a:xfrm>
            <a:off x="203624" y="759535"/>
            <a:ext cx="4469975" cy="40011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b="1">
                <a:latin typeface="+mj-lt"/>
              </a:rPr>
              <a:t>3. </a:t>
            </a:r>
            <a:r>
              <a:rPr kumimoji="1" lang="ko-KR" altLang="en-US" sz="1400" b="1"/>
              <a:t>선호도 및 식품 조합 예측을 위한 </a:t>
            </a:r>
            <a:r>
              <a:rPr kumimoji="1" lang="en-US" altLang="ko-KR" sz="1400" b="1">
                <a:latin typeface="+mj-lt"/>
              </a:rPr>
              <a:t>GNN </a:t>
            </a:r>
            <a:r>
              <a:rPr kumimoji="1" lang="ko-KR" altLang="en-US" sz="1400" b="1">
                <a:latin typeface="+mj-lt"/>
              </a:rPr>
              <a:t>모델 구축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D01909-35DB-4370-AE7E-B4CF2DB80E1D}"/>
              </a:ext>
            </a:extLst>
          </p:cNvPr>
          <p:cNvSpPr/>
          <p:nvPr/>
        </p:nvSpPr>
        <p:spPr>
          <a:xfrm>
            <a:off x="3183508" y="59030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>
                <a:solidFill>
                  <a:srgbClr val="3B3B3B"/>
                </a:solidFill>
                <a:latin typeface="Consolas" panose="020B0609020204030204" pitchFamily="49" charset="0"/>
              </a:rPr>
              <a:t>Best Preference Model Test AUC: 0.9583 </a:t>
            </a:r>
          </a:p>
          <a:p>
            <a:r>
              <a:rPr lang="en-US" altLang="ko-KR">
                <a:solidFill>
                  <a:srgbClr val="3B3B3B"/>
                </a:solidFill>
                <a:latin typeface="Consolas" panose="020B0609020204030204" pitchFamily="49" charset="0"/>
              </a:rPr>
              <a:t>Best Combination Model Test AUC: 0.9583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86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_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설명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2" name="처리 7">
            <a:extLst>
              <a:ext uri="{FF2B5EF4-FFF2-40B4-BE49-F238E27FC236}">
                <a16:creationId xmlns:a16="http://schemas.microsoft.com/office/drawing/2014/main" id="{287D4B78-06DD-4D2D-866D-74724C3761F7}"/>
              </a:ext>
            </a:extLst>
          </p:cNvPr>
          <p:cNvSpPr/>
          <p:nvPr/>
        </p:nvSpPr>
        <p:spPr>
          <a:xfrm>
            <a:off x="203624" y="759535"/>
            <a:ext cx="4469975" cy="40011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b="1">
                <a:latin typeface="+mj-lt"/>
              </a:rPr>
              <a:t>4. GNN </a:t>
            </a:r>
            <a:r>
              <a:rPr kumimoji="1" lang="ko-KR" altLang="en-US" sz="1400" b="1">
                <a:latin typeface="+mj-lt"/>
              </a:rPr>
              <a:t>모델 활용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7CD8DF1B-1AD9-4768-9DC6-3D461A538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61" y="1018444"/>
            <a:ext cx="9416078" cy="565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58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직사각형 407">
            <a:extLst>
              <a:ext uri="{FF2B5EF4-FFF2-40B4-BE49-F238E27FC236}">
                <a16:creationId xmlns:a16="http://schemas.microsoft.com/office/drawing/2014/main" id="{AB329BE4-563F-434E-A4A7-CB61457A00F6}"/>
              </a:ext>
            </a:extLst>
          </p:cNvPr>
          <p:cNvSpPr/>
          <p:nvPr/>
        </p:nvSpPr>
        <p:spPr>
          <a:xfrm>
            <a:off x="889424" y="1830072"/>
            <a:ext cx="2699699" cy="3135712"/>
          </a:xfrm>
          <a:prstGeom prst="rect">
            <a:avLst/>
          </a:prstGeom>
          <a:solidFill>
            <a:schemeClr val="bg1"/>
          </a:solidFill>
          <a:ln>
            <a:solidFill>
              <a:srgbClr val="986A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02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발명의 내용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_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설명</a:t>
            </a:r>
            <a:endParaRPr lang="en-US" altLang="ko-KR" sz="200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chemeClr val="accent5">
                  <a:lumMod val="7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2" name="처리 7">
            <a:extLst>
              <a:ext uri="{FF2B5EF4-FFF2-40B4-BE49-F238E27FC236}">
                <a16:creationId xmlns:a16="http://schemas.microsoft.com/office/drawing/2014/main" id="{287D4B78-06DD-4D2D-866D-74724C3761F7}"/>
              </a:ext>
            </a:extLst>
          </p:cNvPr>
          <p:cNvSpPr/>
          <p:nvPr/>
        </p:nvSpPr>
        <p:spPr>
          <a:xfrm>
            <a:off x="203624" y="759535"/>
            <a:ext cx="4469975" cy="40011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sz="1400" b="1">
                <a:latin typeface="+mj-lt"/>
              </a:rPr>
              <a:t>4. GNN </a:t>
            </a:r>
            <a:r>
              <a:rPr kumimoji="1" lang="ko-KR" altLang="en-US" sz="1400" b="1">
                <a:latin typeface="+mj-lt"/>
              </a:rPr>
              <a:t>모델 활용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1CF5BF4-75A4-44A7-9FC7-EF82662CB145}"/>
              </a:ext>
            </a:extLst>
          </p:cNvPr>
          <p:cNvSpPr/>
          <p:nvPr/>
        </p:nvSpPr>
        <p:spPr>
          <a:xfrm>
            <a:off x="4088154" y="5614909"/>
            <a:ext cx="2699699" cy="3057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824376D7-74CE-4B3B-BFE1-22980C0CDB07}"/>
              </a:ext>
            </a:extLst>
          </p:cNvPr>
          <p:cNvGrpSpPr/>
          <p:nvPr/>
        </p:nvGrpSpPr>
        <p:grpSpPr>
          <a:xfrm>
            <a:off x="4143071" y="6187643"/>
            <a:ext cx="2296918" cy="2057893"/>
            <a:chOff x="3316778" y="2478078"/>
            <a:chExt cx="3457288" cy="3097510"/>
          </a:xfrm>
        </p:grpSpPr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7C8BAAB7-F70F-4FCA-A8AC-0B8951292F67}"/>
                </a:ext>
              </a:extLst>
            </p:cNvPr>
            <p:cNvSpPr/>
            <p:nvPr/>
          </p:nvSpPr>
          <p:spPr>
            <a:xfrm>
              <a:off x="3316778" y="3299179"/>
              <a:ext cx="667908" cy="66790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U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988DB4A5-D5A6-4290-8C7D-2200673884C0}"/>
                </a:ext>
              </a:extLst>
            </p:cNvPr>
            <p:cNvSpPr/>
            <p:nvPr/>
          </p:nvSpPr>
          <p:spPr>
            <a:xfrm>
              <a:off x="4726773" y="3299179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F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93ADA939-0895-47A9-B961-C473338663E7}"/>
                </a:ext>
              </a:extLst>
            </p:cNvPr>
            <p:cNvSpPr/>
            <p:nvPr/>
          </p:nvSpPr>
          <p:spPr>
            <a:xfrm>
              <a:off x="5465716" y="2478078"/>
              <a:ext cx="667908" cy="66790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U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1A6FF08B-8FAB-4C71-BB5F-6528E20AABD4}"/>
                </a:ext>
              </a:extLst>
            </p:cNvPr>
            <p:cNvSpPr/>
            <p:nvPr/>
          </p:nvSpPr>
          <p:spPr>
            <a:xfrm>
              <a:off x="6106158" y="3299179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F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0" name="직선 화살표 연결선 159">
              <a:extLst>
                <a:ext uri="{FF2B5EF4-FFF2-40B4-BE49-F238E27FC236}">
                  <a16:creationId xmlns:a16="http://schemas.microsoft.com/office/drawing/2014/main" id="{43CD7C04-DEDD-44FA-BF92-5ACE8F76826E}"/>
                </a:ext>
              </a:extLst>
            </p:cNvPr>
            <p:cNvCxnSpPr>
              <a:cxnSpLocks/>
              <a:stCxn id="148" idx="6"/>
              <a:endCxn id="149" idx="2"/>
            </p:cNvCxnSpPr>
            <p:nvPr/>
          </p:nvCxnSpPr>
          <p:spPr>
            <a:xfrm>
              <a:off x="3984686" y="3633133"/>
              <a:ext cx="7420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4" name="직선 화살표 연결선 163">
              <a:extLst>
                <a:ext uri="{FF2B5EF4-FFF2-40B4-BE49-F238E27FC236}">
                  <a16:creationId xmlns:a16="http://schemas.microsoft.com/office/drawing/2014/main" id="{7E72C7A8-3C77-4B08-9277-9C8816E6D420}"/>
                </a:ext>
              </a:extLst>
            </p:cNvPr>
            <p:cNvCxnSpPr>
              <a:cxnSpLocks/>
              <a:stCxn id="151" idx="3"/>
              <a:endCxn id="149" idx="7"/>
            </p:cNvCxnSpPr>
            <p:nvPr/>
          </p:nvCxnSpPr>
          <p:spPr>
            <a:xfrm flipH="1">
              <a:off x="5296868" y="3048171"/>
              <a:ext cx="266662" cy="348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직선 화살표 연결선 168">
              <a:extLst>
                <a:ext uri="{FF2B5EF4-FFF2-40B4-BE49-F238E27FC236}">
                  <a16:creationId xmlns:a16="http://schemas.microsoft.com/office/drawing/2014/main" id="{11B03FC1-3AF9-461A-ADE3-94A5AF3DEFD5}"/>
                </a:ext>
              </a:extLst>
            </p:cNvPr>
            <p:cNvCxnSpPr>
              <a:cxnSpLocks/>
              <a:stCxn id="149" idx="6"/>
              <a:endCxn id="158" idx="2"/>
            </p:cNvCxnSpPr>
            <p:nvPr/>
          </p:nvCxnSpPr>
          <p:spPr>
            <a:xfrm>
              <a:off x="5394681" y="3633133"/>
              <a:ext cx="71147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9E52F2E-A0E6-4958-B7B1-79347EF84101}"/>
                </a:ext>
              </a:extLst>
            </p:cNvPr>
            <p:cNvSpPr/>
            <p:nvPr/>
          </p:nvSpPr>
          <p:spPr>
            <a:xfrm>
              <a:off x="3968093" y="2478078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I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4F592D0B-7735-44EC-AF27-0FF54ED404AC}"/>
                </a:ext>
              </a:extLst>
            </p:cNvPr>
            <p:cNvSpPr/>
            <p:nvPr/>
          </p:nvSpPr>
          <p:spPr>
            <a:xfrm>
              <a:off x="3968093" y="4132090"/>
              <a:ext cx="667908" cy="66790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M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19DC972C-6D89-4CB6-8009-BB77F818CD7A}"/>
                </a:ext>
              </a:extLst>
            </p:cNvPr>
            <p:cNvSpPr/>
            <p:nvPr/>
          </p:nvSpPr>
          <p:spPr>
            <a:xfrm>
              <a:off x="5465716" y="4132090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I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75" name="직선 화살표 연결선 174">
              <a:extLst>
                <a:ext uri="{FF2B5EF4-FFF2-40B4-BE49-F238E27FC236}">
                  <a16:creationId xmlns:a16="http://schemas.microsoft.com/office/drawing/2014/main" id="{F77971CA-B805-46AD-A788-F4181FAC8016}"/>
                </a:ext>
              </a:extLst>
            </p:cNvPr>
            <p:cNvCxnSpPr>
              <a:cxnSpLocks/>
              <a:stCxn id="149" idx="1"/>
              <a:endCxn id="172" idx="5"/>
            </p:cNvCxnSpPr>
            <p:nvPr/>
          </p:nvCxnSpPr>
          <p:spPr>
            <a:xfrm flipH="1" flipV="1">
              <a:off x="4538188" y="3048171"/>
              <a:ext cx="286398" cy="348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6" name="직선 화살표 연결선 175">
              <a:extLst>
                <a:ext uri="{FF2B5EF4-FFF2-40B4-BE49-F238E27FC236}">
                  <a16:creationId xmlns:a16="http://schemas.microsoft.com/office/drawing/2014/main" id="{69439639-0D7F-47B8-8FA8-9C6300D931CE}"/>
                </a:ext>
              </a:extLst>
            </p:cNvPr>
            <p:cNvCxnSpPr>
              <a:cxnSpLocks/>
              <a:stCxn id="149" idx="3"/>
              <a:endCxn id="173" idx="7"/>
            </p:cNvCxnSpPr>
            <p:nvPr/>
          </p:nvCxnSpPr>
          <p:spPr>
            <a:xfrm flipH="1">
              <a:off x="4538188" y="3869272"/>
              <a:ext cx="286398" cy="36063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7" name="직선 화살표 연결선 176">
              <a:extLst>
                <a:ext uri="{FF2B5EF4-FFF2-40B4-BE49-F238E27FC236}">
                  <a16:creationId xmlns:a16="http://schemas.microsoft.com/office/drawing/2014/main" id="{F969764D-9711-40C7-96E5-A0332C6C4C5E}"/>
                </a:ext>
              </a:extLst>
            </p:cNvPr>
            <p:cNvCxnSpPr>
              <a:cxnSpLocks/>
              <a:stCxn id="158" idx="3"/>
              <a:endCxn id="174" idx="7"/>
            </p:cNvCxnSpPr>
            <p:nvPr/>
          </p:nvCxnSpPr>
          <p:spPr>
            <a:xfrm flipH="1">
              <a:off x="6035812" y="3869272"/>
              <a:ext cx="168159" cy="3606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83556FE5-3287-44F1-9F5A-4E39C482D475}"/>
                </a:ext>
              </a:extLst>
            </p:cNvPr>
            <p:cNvSpPr/>
            <p:nvPr/>
          </p:nvSpPr>
          <p:spPr>
            <a:xfrm>
              <a:off x="4719986" y="4907682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I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80437BAB-7AD8-4A51-8194-E77D26F2CA4F}"/>
                </a:ext>
              </a:extLst>
            </p:cNvPr>
            <p:cNvSpPr/>
            <p:nvPr/>
          </p:nvSpPr>
          <p:spPr>
            <a:xfrm>
              <a:off x="6062705" y="4907682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F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6967C313-C7A3-4931-B667-BE7F9630AEC0}"/>
                </a:ext>
              </a:extLst>
            </p:cNvPr>
            <p:cNvCxnSpPr>
              <a:cxnSpLocks/>
              <a:stCxn id="179" idx="2"/>
              <a:endCxn id="178" idx="6"/>
            </p:cNvCxnSpPr>
            <p:nvPr/>
          </p:nvCxnSpPr>
          <p:spPr>
            <a:xfrm flipH="1">
              <a:off x="5387894" y="5241636"/>
              <a:ext cx="6748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5" name="직선 화살표 연결선 184">
              <a:extLst>
                <a:ext uri="{FF2B5EF4-FFF2-40B4-BE49-F238E27FC236}">
                  <a16:creationId xmlns:a16="http://schemas.microsoft.com/office/drawing/2014/main" id="{10138BF6-90F8-4A80-B359-5F9A60BB763B}"/>
                </a:ext>
              </a:extLst>
            </p:cNvPr>
            <p:cNvCxnSpPr>
              <a:cxnSpLocks/>
              <a:stCxn id="179" idx="1"/>
              <a:endCxn id="174" idx="5"/>
            </p:cNvCxnSpPr>
            <p:nvPr/>
          </p:nvCxnSpPr>
          <p:spPr>
            <a:xfrm flipH="1" flipV="1">
              <a:off x="6035812" y="4702183"/>
              <a:ext cx="124706" cy="3033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6" name="직선 화살표 연결선 185">
              <a:extLst>
                <a:ext uri="{FF2B5EF4-FFF2-40B4-BE49-F238E27FC236}">
                  <a16:creationId xmlns:a16="http://schemas.microsoft.com/office/drawing/2014/main" id="{8011213F-7B12-4A60-9789-74F9B125770E}"/>
                </a:ext>
              </a:extLst>
            </p:cNvPr>
            <p:cNvCxnSpPr>
              <a:cxnSpLocks/>
              <a:stCxn id="149" idx="4"/>
              <a:endCxn id="178" idx="0"/>
            </p:cNvCxnSpPr>
            <p:nvPr/>
          </p:nvCxnSpPr>
          <p:spPr>
            <a:xfrm flipH="1">
              <a:off x="5053940" y="3967085"/>
              <a:ext cx="6787" cy="940596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8820C1C4-D299-4AFB-A2C4-21AA4E918C25}"/>
              </a:ext>
            </a:extLst>
          </p:cNvPr>
          <p:cNvSpPr/>
          <p:nvPr/>
        </p:nvSpPr>
        <p:spPr>
          <a:xfrm>
            <a:off x="7274817" y="7260358"/>
            <a:ext cx="4118295" cy="26616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처리 7">
            <a:extLst>
              <a:ext uri="{FF2B5EF4-FFF2-40B4-BE49-F238E27FC236}">
                <a16:creationId xmlns:a16="http://schemas.microsoft.com/office/drawing/2014/main" id="{7B13B6E6-8AE5-4F74-83ED-5271E2B021A0}"/>
              </a:ext>
            </a:extLst>
          </p:cNvPr>
          <p:cNvSpPr/>
          <p:nvPr/>
        </p:nvSpPr>
        <p:spPr>
          <a:xfrm>
            <a:off x="8233452" y="7083331"/>
            <a:ext cx="2201023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Combi Decoder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4F6C6433-7E7B-49B3-B83D-78F839C22B52}"/>
              </a:ext>
            </a:extLst>
          </p:cNvPr>
          <p:cNvSpPr/>
          <p:nvPr/>
        </p:nvSpPr>
        <p:spPr>
          <a:xfrm>
            <a:off x="7274817" y="4289362"/>
            <a:ext cx="4118295" cy="26616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처리 7">
            <a:extLst>
              <a:ext uri="{FF2B5EF4-FFF2-40B4-BE49-F238E27FC236}">
                <a16:creationId xmlns:a16="http://schemas.microsoft.com/office/drawing/2014/main" id="{5BA497C3-43C0-4D12-A711-94C0309C50ED}"/>
              </a:ext>
            </a:extLst>
          </p:cNvPr>
          <p:cNvSpPr/>
          <p:nvPr/>
        </p:nvSpPr>
        <p:spPr>
          <a:xfrm>
            <a:off x="8233452" y="4112335"/>
            <a:ext cx="2201023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Preference Decoder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63B19097-4EC0-473D-9CA3-BFE5A0812AB2}"/>
              </a:ext>
            </a:extLst>
          </p:cNvPr>
          <p:cNvSpPr/>
          <p:nvPr/>
        </p:nvSpPr>
        <p:spPr>
          <a:xfrm>
            <a:off x="889424" y="5614909"/>
            <a:ext cx="2699699" cy="3057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9C89C469-75AE-40DC-B3EE-43EAAA3B8383}"/>
              </a:ext>
            </a:extLst>
          </p:cNvPr>
          <p:cNvGrpSpPr/>
          <p:nvPr/>
        </p:nvGrpSpPr>
        <p:grpSpPr>
          <a:xfrm>
            <a:off x="940524" y="6187643"/>
            <a:ext cx="2296918" cy="2057893"/>
            <a:chOff x="3316778" y="2478078"/>
            <a:chExt cx="3457288" cy="3097510"/>
          </a:xfrm>
        </p:grpSpPr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6038320F-188F-4F89-BDF0-3D551C5E454D}"/>
                </a:ext>
              </a:extLst>
            </p:cNvPr>
            <p:cNvSpPr/>
            <p:nvPr/>
          </p:nvSpPr>
          <p:spPr>
            <a:xfrm>
              <a:off x="3316778" y="3299179"/>
              <a:ext cx="667908" cy="66790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U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C1275CD3-20D6-45CE-9653-44808DF73210}"/>
                </a:ext>
              </a:extLst>
            </p:cNvPr>
            <p:cNvSpPr/>
            <p:nvPr/>
          </p:nvSpPr>
          <p:spPr>
            <a:xfrm>
              <a:off x="4726773" y="3299179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F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242" name="타원 241">
              <a:extLst>
                <a:ext uri="{FF2B5EF4-FFF2-40B4-BE49-F238E27FC236}">
                  <a16:creationId xmlns:a16="http://schemas.microsoft.com/office/drawing/2014/main" id="{9881BCA8-AAE4-4347-9D1C-7F2A21499772}"/>
                </a:ext>
              </a:extLst>
            </p:cNvPr>
            <p:cNvSpPr/>
            <p:nvPr/>
          </p:nvSpPr>
          <p:spPr>
            <a:xfrm>
              <a:off x="5465716" y="2478078"/>
              <a:ext cx="667908" cy="66790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U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26A2BAD8-3F4E-486B-B202-5EEF67231FA1}"/>
                </a:ext>
              </a:extLst>
            </p:cNvPr>
            <p:cNvSpPr/>
            <p:nvPr/>
          </p:nvSpPr>
          <p:spPr>
            <a:xfrm>
              <a:off x="6106158" y="3299179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F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46" name="직선 화살표 연결선 245">
              <a:extLst>
                <a:ext uri="{FF2B5EF4-FFF2-40B4-BE49-F238E27FC236}">
                  <a16:creationId xmlns:a16="http://schemas.microsoft.com/office/drawing/2014/main" id="{350FD4FE-CC2A-4ECD-867E-B72DCA61EC19}"/>
                </a:ext>
              </a:extLst>
            </p:cNvPr>
            <p:cNvCxnSpPr>
              <a:cxnSpLocks/>
              <a:stCxn id="230" idx="6"/>
              <a:endCxn id="233" idx="2"/>
            </p:cNvCxnSpPr>
            <p:nvPr/>
          </p:nvCxnSpPr>
          <p:spPr>
            <a:xfrm>
              <a:off x="3984686" y="3633133"/>
              <a:ext cx="7420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0" name="직선 화살표 연결선 249">
              <a:extLst>
                <a:ext uri="{FF2B5EF4-FFF2-40B4-BE49-F238E27FC236}">
                  <a16:creationId xmlns:a16="http://schemas.microsoft.com/office/drawing/2014/main" id="{FB761702-F4D3-4001-8F2D-83B2A88BF11D}"/>
                </a:ext>
              </a:extLst>
            </p:cNvPr>
            <p:cNvCxnSpPr>
              <a:cxnSpLocks/>
              <a:stCxn id="242" idx="3"/>
              <a:endCxn id="233" idx="7"/>
            </p:cNvCxnSpPr>
            <p:nvPr/>
          </p:nvCxnSpPr>
          <p:spPr>
            <a:xfrm flipH="1">
              <a:off x="5296868" y="3048171"/>
              <a:ext cx="266662" cy="348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1" name="직선 화살표 연결선 250">
              <a:extLst>
                <a:ext uri="{FF2B5EF4-FFF2-40B4-BE49-F238E27FC236}">
                  <a16:creationId xmlns:a16="http://schemas.microsoft.com/office/drawing/2014/main" id="{2797228F-49C4-4934-B827-F2D0AEC777AE}"/>
                </a:ext>
              </a:extLst>
            </p:cNvPr>
            <p:cNvCxnSpPr>
              <a:cxnSpLocks/>
              <a:stCxn id="233" idx="6"/>
              <a:endCxn id="245" idx="2"/>
            </p:cNvCxnSpPr>
            <p:nvPr/>
          </p:nvCxnSpPr>
          <p:spPr>
            <a:xfrm>
              <a:off x="5394681" y="3633133"/>
              <a:ext cx="71147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53" name="타원 252">
              <a:extLst>
                <a:ext uri="{FF2B5EF4-FFF2-40B4-BE49-F238E27FC236}">
                  <a16:creationId xmlns:a16="http://schemas.microsoft.com/office/drawing/2014/main" id="{C67103BC-7FEB-4546-B61C-F5AA89A11F3A}"/>
                </a:ext>
              </a:extLst>
            </p:cNvPr>
            <p:cNvSpPr/>
            <p:nvPr/>
          </p:nvSpPr>
          <p:spPr>
            <a:xfrm>
              <a:off x="3968093" y="2478078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I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0EE41045-CF7C-4FE3-B067-3C52120C92E4}"/>
                </a:ext>
              </a:extLst>
            </p:cNvPr>
            <p:cNvSpPr/>
            <p:nvPr/>
          </p:nvSpPr>
          <p:spPr>
            <a:xfrm>
              <a:off x="3968093" y="4132090"/>
              <a:ext cx="667908" cy="66790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M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587B1F4D-B518-443E-A47C-2D9B62585A6F}"/>
                </a:ext>
              </a:extLst>
            </p:cNvPr>
            <p:cNvSpPr/>
            <p:nvPr/>
          </p:nvSpPr>
          <p:spPr>
            <a:xfrm>
              <a:off x="5465716" y="4132090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I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58" name="직선 화살표 연결선 257">
              <a:extLst>
                <a:ext uri="{FF2B5EF4-FFF2-40B4-BE49-F238E27FC236}">
                  <a16:creationId xmlns:a16="http://schemas.microsoft.com/office/drawing/2014/main" id="{BAE56A0C-B05C-4110-8F8B-0CC4ED83B78C}"/>
                </a:ext>
              </a:extLst>
            </p:cNvPr>
            <p:cNvCxnSpPr>
              <a:cxnSpLocks/>
              <a:stCxn id="233" idx="1"/>
              <a:endCxn id="253" idx="5"/>
            </p:cNvCxnSpPr>
            <p:nvPr/>
          </p:nvCxnSpPr>
          <p:spPr>
            <a:xfrm flipH="1" flipV="1">
              <a:off x="4538188" y="3048171"/>
              <a:ext cx="286398" cy="348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9" name="직선 화살표 연결선 258">
              <a:extLst>
                <a:ext uri="{FF2B5EF4-FFF2-40B4-BE49-F238E27FC236}">
                  <a16:creationId xmlns:a16="http://schemas.microsoft.com/office/drawing/2014/main" id="{34CF4C5D-4269-4FA2-95DC-DFD84A07B912}"/>
                </a:ext>
              </a:extLst>
            </p:cNvPr>
            <p:cNvCxnSpPr>
              <a:cxnSpLocks/>
              <a:stCxn id="233" idx="3"/>
              <a:endCxn id="254" idx="7"/>
            </p:cNvCxnSpPr>
            <p:nvPr/>
          </p:nvCxnSpPr>
          <p:spPr>
            <a:xfrm flipH="1">
              <a:off x="4538188" y="3869272"/>
              <a:ext cx="286398" cy="36063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0" name="직선 화살표 연결선 259">
              <a:extLst>
                <a:ext uri="{FF2B5EF4-FFF2-40B4-BE49-F238E27FC236}">
                  <a16:creationId xmlns:a16="http://schemas.microsoft.com/office/drawing/2014/main" id="{9C50D792-3DAB-40FC-BB72-BA7F76EDAF2A}"/>
                </a:ext>
              </a:extLst>
            </p:cNvPr>
            <p:cNvCxnSpPr>
              <a:cxnSpLocks/>
              <a:stCxn id="245" idx="3"/>
              <a:endCxn id="257" idx="7"/>
            </p:cNvCxnSpPr>
            <p:nvPr/>
          </p:nvCxnSpPr>
          <p:spPr>
            <a:xfrm flipH="1">
              <a:off x="6035812" y="3869272"/>
              <a:ext cx="168159" cy="3606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61" name="타원 260">
              <a:extLst>
                <a:ext uri="{FF2B5EF4-FFF2-40B4-BE49-F238E27FC236}">
                  <a16:creationId xmlns:a16="http://schemas.microsoft.com/office/drawing/2014/main" id="{35A2D0D6-5BB9-4E52-BF92-589C283E9E90}"/>
                </a:ext>
              </a:extLst>
            </p:cNvPr>
            <p:cNvSpPr/>
            <p:nvPr/>
          </p:nvSpPr>
          <p:spPr>
            <a:xfrm>
              <a:off x="4719986" y="4907682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I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263" name="타원 262">
              <a:extLst>
                <a:ext uri="{FF2B5EF4-FFF2-40B4-BE49-F238E27FC236}">
                  <a16:creationId xmlns:a16="http://schemas.microsoft.com/office/drawing/2014/main" id="{3CFB3935-6627-490A-A9C5-8785D4E52E05}"/>
                </a:ext>
              </a:extLst>
            </p:cNvPr>
            <p:cNvSpPr/>
            <p:nvPr/>
          </p:nvSpPr>
          <p:spPr>
            <a:xfrm>
              <a:off x="6062705" y="4907682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solidFill>
                    <a:sysClr val="windowText" lastClr="000000"/>
                  </a:solidFill>
                </a:rPr>
                <a:t>F</a:t>
              </a:r>
              <a:endParaRPr lang="ko-KR" altLang="en-US" sz="1200" b="1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64" name="직선 화살표 연결선 263">
              <a:extLst>
                <a:ext uri="{FF2B5EF4-FFF2-40B4-BE49-F238E27FC236}">
                  <a16:creationId xmlns:a16="http://schemas.microsoft.com/office/drawing/2014/main" id="{B39DF306-6F17-4C1A-A69C-166E9B283F8E}"/>
                </a:ext>
              </a:extLst>
            </p:cNvPr>
            <p:cNvCxnSpPr>
              <a:cxnSpLocks/>
              <a:stCxn id="263" idx="2"/>
              <a:endCxn id="261" idx="6"/>
            </p:cNvCxnSpPr>
            <p:nvPr/>
          </p:nvCxnSpPr>
          <p:spPr>
            <a:xfrm flipH="1">
              <a:off x="5387894" y="5241636"/>
              <a:ext cx="6748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6" name="직선 화살표 연결선 265">
              <a:extLst>
                <a:ext uri="{FF2B5EF4-FFF2-40B4-BE49-F238E27FC236}">
                  <a16:creationId xmlns:a16="http://schemas.microsoft.com/office/drawing/2014/main" id="{27CEEB77-D84D-4C6F-A49C-275799626627}"/>
                </a:ext>
              </a:extLst>
            </p:cNvPr>
            <p:cNvCxnSpPr>
              <a:cxnSpLocks/>
              <a:stCxn id="263" idx="1"/>
              <a:endCxn id="257" idx="5"/>
            </p:cNvCxnSpPr>
            <p:nvPr/>
          </p:nvCxnSpPr>
          <p:spPr>
            <a:xfrm flipH="1" flipV="1">
              <a:off x="6035812" y="4702183"/>
              <a:ext cx="124706" cy="3033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9" name="직선 화살표 연결선 268">
              <a:extLst>
                <a:ext uri="{FF2B5EF4-FFF2-40B4-BE49-F238E27FC236}">
                  <a16:creationId xmlns:a16="http://schemas.microsoft.com/office/drawing/2014/main" id="{650C62EF-C638-47CD-BBAB-5606D511CDEB}"/>
                </a:ext>
              </a:extLst>
            </p:cNvPr>
            <p:cNvCxnSpPr>
              <a:cxnSpLocks/>
              <a:stCxn id="233" idx="4"/>
              <a:endCxn id="261" idx="0"/>
            </p:cNvCxnSpPr>
            <p:nvPr/>
          </p:nvCxnSpPr>
          <p:spPr>
            <a:xfrm flipH="1">
              <a:off x="5053940" y="3967085"/>
              <a:ext cx="6787" cy="940596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aphicFrame>
        <p:nvGraphicFramePr>
          <p:cNvPr id="270" name="표 269">
            <a:extLst>
              <a:ext uri="{FF2B5EF4-FFF2-40B4-BE49-F238E27FC236}">
                <a16:creationId xmlns:a16="http://schemas.microsoft.com/office/drawing/2014/main" id="{B52BBF5B-B89F-4CE9-8599-AB848C6C72A8}"/>
              </a:ext>
            </a:extLst>
          </p:cNvPr>
          <p:cNvGraphicFramePr>
            <a:graphicFrameLocks noGrp="1"/>
          </p:cNvGraphicFramePr>
          <p:nvPr/>
        </p:nvGraphicFramePr>
        <p:xfrm>
          <a:off x="2896158" y="70987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71" name="표 270">
            <a:extLst>
              <a:ext uri="{FF2B5EF4-FFF2-40B4-BE49-F238E27FC236}">
                <a16:creationId xmlns:a16="http://schemas.microsoft.com/office/drawing/2014/main" id="{61C1878F-BDEA-4014-88B3-AB1E56E06201}"/>
              </a:ext>
            </a:extLst>
          </p:cNvPr>
          <p:cNvGraphicFramePr>
            <a:graphicFrameLocks noGrp="1"/>
          </p:cNvGraphicFramePr>
          <p:nvPr/>
        </p:nvGraphicFramePr>
        <p:xfrm>
          <a:off x="1085283" y="70987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72" name="표 271">
            <a:extLst>
              <a:ext uri="{FF2B5EF4-FFF2-40B4-BE49-F238E27FC236}">
                <a16:creationId xmlns:a16="http://schemas.microsoft.com/office/drawing/2014/main" id="{CF8AC1B2-C95C-46BA-8C5C-0565D9CDCF9C}"/>
              </a:ext>
            </a:extLst>
          </p:cNvPr>
          <p:cNvGraphicFramePr>
            <a:graphicFrameLocks noGrp="1"/>
          </p:cNvGraphicFramePr>
          <p:nvPr/>
        </p:nvGraphicFramePr>
        <p:xfrm>
          <a:off x="2449614" y="655184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73" name="표 272">
            <a:extLst>
              <a:ext uri="{FF2B5EF4-FFF2-40B4-BE49-F238E27FC236}">
                <a16:creationId xmlns:a16="http://schemas.microsoft.com/office/drawing/2014/main" id="{775B0C3E-FD05-46CE-895C-69F5B757A5DC}"/>
              </a:ext>
            </a:extLst>
          </p:cNvPr>
          <p:cNvGraphicFramePr>
            <a:graphicFrameLocks noGrp="1"/>
          </p:cNvGraphicFramePr>
          <p:nvPr/>
        </p:nvGraphicFramePr>
        <p:xfrm>
          <a:off x="5188552" y="70987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74" name="표 273">
            <a:extLst>
              <a:ext uri="{FF2B5EF4-FFF2-40B4-BE49-F238E27FC236}">
                <a16:creationId xmlns:a16="http://schemas.microsoft.com/office/drawing/2014/main" id="{89310869-C423-4B83-9BE1-8A69C52DDF39}"/>
              </a:ext>
            </a:extLst>
          </p:cNvPr>
          <p:cNvGraphicFramePr>
            <a:graphicFrameLocks noGrp="1"/>
          </p:cNvGraphicFramePr>
          <p:nvPr/>
        </p:nvGraphicFramePr>
        <p:xfrm>
          <a:off x="4235323" y="70987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75" name="표 274">
            <a:extLst>
              <a:ext uri="{FF2B5EF4-FFF2-40B4-BE49-F238E27FC236}">
                <a16:creationId xmlns:a16="http://schemas.microsoft.com/office/drawing/2014/main" id="{0131C83B-F4CB-428D-90A5-073480235F45}"/>
              </a:ext>
            </a:extLst>
          </p:cNvPr>
          <p:cNvGraphicFramePr>
            <a:graphicFrameLocks noGrp="1"/>
          </p:cNvGraphicFramePr>
          <p:nvPr/>
        </p:nvGraphicFramePr>
        <p:xfrm>
          <a:off x="5648944" y="6558975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276" name="화살표: 오른쪽 275">
            <a:extLst>
              <a:ext uri="{FF2B5EF4-FFF2-40B4-BE49-F238E27FC236}">
                <a16:creationId xmlns:a16="http://schemas.microsoft.com/office/drawing/2014/main" id="{6B92567B-FE66-4232-8F7F-64AFEF233268}"/>
              </a:ext>
            </a:extLst>
          </p:cNvPr>
          <p:cNvSpPr/>
          <p:nvPr/>
        </p:nvSpPr>
        <p:spPr>
          <a:xfrm>
            <a:off x="3705598" y="6699957"/>
            <a:ext cx="277355" cy="7750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77" name="표 276">
            <a:extLst>
              <a:ext uri="{FF2B5EF4-FFF2-40B4-BE49-F238E27FC236}">
                <a16:creationId xmlns:a16="http://schemas.microsoft.com/office/drawing/2014/main" id="{C4189935-E8C6-4CAD-9679-8BFC957E2580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6103678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78" name="표 277">
            <a:extLst>
              <a:ext uri="{FF2B5EF4-FFF2-40B4-BE49-F238E27FC236}">
                <a16:creationId xmlns:a16="http://schemas.microsoft.com/office/drawing/2014/main" id="{23A8CE5D-95B1-4C93-BF3D-F3AA8A9341B0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5005716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cxnSp>
        <p:nvCxnSpPr>
          <p:cNvPr id="279" name="연결선: 꺾임 135">
            <a:extLst>
              <a:ext uri="{FF2B5EF4-FFF2-40B4-BE49-F238E27FC236}">
                <a16:creationId xmlns:a16="http://schemas.microsoft.com/office/drawing/2014/main" id="{1A1BB96F-09A7-4CFB-8E8F-BEAF303FCEED}"/>
              </a:ext>
            </a:extLst>
          </p:cNvPr>
          <p:cNvCxnSpPr>
            <a:cxnSpLocks/>
            <a:stCxn id="151" idx="0"/>
            <a:endCxn id="278" idx="1"/>
          </p:cNvCxnSpPr>
          <p:nvPr/>
        </p:nvCxnSpPr>
        <p:spPr>
          <a:xfrm rot="5400000" flipH="1" flipV="1">
            <a:off x="6051743" y="4858074"/>
            <a:ext cx="1070457" cy="1588682"/>
          </a:xfrm>
          <a:prstGeom prst="curvedConnector2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0" name="연결선: 꺾임 139">
            <a:extLst>
              <a:ext uri="{FF2B5EF4-FFF2-40B4-BE49-F238E27FC236}">
                <a16:creationId xmlns:a16="http://schemas.microsoft.com/office/drawing/2014/main" id="{6CCA5860-F66E-46E1-A57C-F4A3D85D8E7F}"/>
              </a:ext>
            </a:extLst>
          </p:cNvPr>
          <p:cNvCxnSpPr>
            <a:cxnSpLocks/>
            <a:stCxn id="158" idx="6"/>
            <a:endCxn id="277" idx="1"/>
          </p:cNvCxnSpPr>
          <p:nvPr/>
        </p:nvCxnSpPr>
        <p:spPr>
          <a:xfrm flipV="1">
            <a:off x="6439989" y="6215148"/>
            <a:ext cx="941323" cy="739879"/>
          </a:xfrm>
          <a:prstGeom prst="curvedConnector3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281" name="표 280">
            <a:extLst>
              <a:ext uri="{FF2B5EF4-FFF2-40B4-BE49-F238E27FC236}">
                <a16:creationId xmlns:a16="http://schemas.microsoft.com/office/drawing/2014/main" id="{F5524F81-D30C-45D6-8CC0-BFA183C6C760}"/>
              </a:ext>
            </a:extLst>
          </p:cNvPr>
          <p:cNvGraphicFramePr>
            <a:graphicFrameLocks noGrp="1"/>
          </p:cNvGraphicFramePr>
          <p:nvPr/>
        </p:nvGraphicFramePr>
        <p:xfrm>
          <a:off x="8737887" y="4556951"/>
          <a:ext cx="203915" cy="22294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77878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95675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83151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344479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2437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570222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243140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8912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934528"/>
                  </a:ext>
                </a:extLst>
              </a:tr>
            </a:tbl>
          </a:graphicData>
        </a:graphic>
      </p:graphicFrame>
      <p:cxnSp>
        <p:nvCxnSpPr>
          <p:cNvPr id="282" name="직선 화살표 연결선 281">
            <a:extLst>
              <a:ext uri="{FF2B5EF4-FFF2-40B4-BE49-F238E27FC236}">
                <a16:creationId xmlns:a16="http://schemas.microsoft.com/office/drawing/2014/main" id="{F7A8A7E6-4C87-4C5B-8543-9E22F4957561}"/>
              </a:ext>
            </a:extLst>
          </p:cNvPr>
          <p:cNvCxnSpPr/>
          <p:nvPr/>
        </p:nvCxnSpPr>
        <p:spPr>
          <a:xfrm>
            <a:off x="8451685" y="5112545"/>
            <a:ext cx="252000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ABAC531C-FFB3-4E3D-AC2E-9FC97BE0B1DC}"/>
              </a:ext>
            </a:extLst>
          </p:cNvPr>
          <p:cNvCxnSpPr/>
          <p:nvPr/>
        </p:nvCxnSpPr>
        <p:spPr>
          <a:xfrm>
            <a:off x="8451685" y="6209070"/>
            <a:ext cx="25200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화살표: 오른쪽 283">
            <a:extLst>
              <a:ext uri="{FF2B5EF4-FFF2-40B4-BE49-F238E27FC236}">
                <a16:creationId xmlns:a16="http://schemas.microsoft.com/office/drawing/2014/main" id="{48F7EC2D-D536-4D7A-88A0-3A968D72538C}"/>
              </a:ext>
            </a:extLst>
          </p:cNvPr>
          <p:cNvSpPr/>
          <p:nvPr/>
        </p:nvSpPr>
        <p:spPr>
          <a:xfrm rot="19658591">
            <a:off x="6825877" y="5534150"/>
            <a:ext cx="392030" cy="3833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85" name="표 284">
            <a:extLst>
              <a:ext uri="{FF2B5EF4-FFF2-40B4-BE49-F238E27FC236}">
                <a16:creationId xmlns:a16="http://schemas.microsoft.com/office/drawing/2014/main" id="{CDFF4B22-6537-4192-97E2-42FF06AC234A}"/>
              </a:ext>
            </a:extLst>
          </p:cNvPr>
          <p:cNvGraphicFramePr>
            <a:graphicFrameLocks noGrp="1"/>
          </p:cNvGraphicFramePr>
          <p:nvPr/>
        </p:nvGraphicFramePr>
        <p:xfrm>
          <a:off x="2896158" y="8176497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86" name="표 285">
            <a:extLst>
              <a:ext uri="{FF2B5EF4-FFF2-40B4-BE49-F238E27FC236}">
                <a16:creationId xmlns:a16="http://schemas.microsoft.com/office/drawing/2014/main" id="{C4B39C50-98B1-42FC-8E15-8F4425B0DBA1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9074674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87" name="표 286">
            <a:extLst>
              <a:ext uri="{FF2B5EF4-FFF2-40B4-BE49-F238E27FC236}">
                <a16:creationId xmlns:a16="http://schemas.microsoft.com/office/drawing/2014/main" id="{5F4A3E92-C1AD-4168-851C-3411223B12B5}"/>
              </a:ext>
            </a:extLst>
          </p:cNvPr>
          <p:cNvGraphicFramePr>
            <a:graphicFrameLocks noGrp="1"/>
          </p:cNvGraphicFramePr>
          <p:nvPr/>
        </p:nvGraphicFramePr>
        <p:xfrm>
          <a:off x="8737887" y="7527947"/>
          <a:ext cx="203915" cy="22294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2437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570222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243140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8912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93452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354949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995011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68583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4278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92334"/>
                  </a:ext>
                </a:extLst>
              </a:tr>
            </a:tbl>
          </a:graphicData>
        </a:graphic>
      </p:graphicFrame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CA11CF44-C5A2-4370-BF2C-435D080C91F0}"/>
              </a:ext>
            </a:extLst>
          </p:cNvPr>
          <p:cNvCxnSpPr/>
          <p:nvPr/>
        </p:nvCxnSpPr>
        <p:spPr>
          <a:xfrm>
            <a:off x="8451685" y="8083541"/>
            <a:ext cx="25200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>
            <a:extLst>
              <a:ext uri="{FF2B5EF4-FFF2-40B4-BE49-F238E27FC236}">
                <a16:creationId xmlns:a16="http://schemas.microsoft.com/office/drawing/2014/main" id="{45705A31-33FC-4E81-944C-0ABCED7A107E}"/>
              </a:ext>
            </a:extLst>
          </p:cNvPr>
          <p:cNvCxnSpPr/>
          <p:nvPr/>
        </p:nvCxnSpPr>
        <p:spPr>
          <a:xfrm>
            <a:off x="8451685" y="9180066"/>
            <a:ext cx="25200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연결선: 꺾임 206">
            <a:extLst>
              <a:ext uri="{FF2B5EF4-FFF2-40B4-BE49-F238E27FC236}">
                <a16:creationId xmlns:a16="http://schemas.microsoft.com/office/drawing/2014/main" id="{1AE9312B-F33C-445F-95E0-CD7C8D6A1914}"/>
              </a:ext>
            </a:extLst>
          </p:cNvPr>
          <p:cNvCxnSpPr>
            <a:cxnSpLocks/>
            <a:stCxn id="158" idx="6"/>
            <a:endCxn id="292" idx="1"/>
          </p:cNvCxnSpPr>
          <p:nvPr/>
        </p:nvCxnSpPr>
        <p:spPr>
          <a:xfrm>
            <a:off x="6439989" y="6955027"/>
            <a:ext cx="941323" cy="1135600"/>
          </a:xfrm>
          <a:prstGeom prst="curvedConnector3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1" name="연결선: 꺾임 209">
            <a:extLst>
              <a:ext uri="{FF2B5EF4-FFF2-40B4-BE49-F238E27FC236}">
                <a16:creationId xmlns:a16="http://schemas.microsoft.com/office/drawing/2014/main" id="{30BEB910-234B-4311-AC7F-2FAFB7E8EFAF}"/>
              </a:ext>
            </a:extLst>
          </p:cNvPr>
          <p:cNvCxnSpPr>
            <a:cxnSpLocks/>
            <a:stCxn id="179" idx="4"/>
            <a:endCxn id="286" idx="1"/>
          </p:cNvCxnSpPr>
          <p:nvPr/>
        </p:nvCxnSpPr>
        <p:spPr>
          <a:xfrm rot="16200000" flipH="1">
            <a:off x="6314977" y="8119809"/>
            <a:ext cx="940608" cy="1192061"/>
          </a:xfrm>
          <a:prstGeom prst="curvedConnector2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292" name="표 291">
            <a:extLst>
              <a:ext uri="{FF2B5EF4-FFF2-40B4-BE49-F238E27FC236}">
                <a16:creationId xmlns:a16="http://schemas.microsoft.com/office/drawing/2014/main" id="{64CD3675-A45B-4627-9ED5-013B1A643252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7979157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320" name="표 319">
            <a:extLst>
              <a:ext uri="{FF2B5EF4-FFF2-40B4-BE49-F238E27FC236}">
                <a16:creationId xmlns:a16="http://schemas.microsoft.com/office/drawing/2014/main" id="{2C28B11D-E006-42F2-8172-E5ED63FFEE93}"/>
              </a:ext>
            </a:extLst>
          </p:cNvPr>
          <p:cNvGraphicFramePr>
            <a:graphicFrameLocks noGrp="1"/>
          </p:cNvGraphicFramePr>
          <p:nvPr/>
        </p:nvGraphicFramePr>
        <p:xfrm>
          <a:off x="1974252" y="70987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322" name="자유형: 도형 321">
            <a:extLst>
              <a:ext uri="{FF2B5EF4-FFF2-40B4-BE49-F238E27FC236}">
                <a16:creationId xmlns:a16="http://schemas.microsoft.com/office/drawing/2014/main" id="{A5547824-202C-4674-BC3F-20BDA86F00BF}"/>
              </a:ext>
            </a:extLst>
          </p:cNvPr>
          <p:cNvSpPr/>
          <p:nvPr/>
        </p:nvSpPr>
        <p:spPr>
          <a:xfrm>
            <a:off x="5055821" y="6594422"/>
            <a:ext cx="111128" cy="152697"/>
          </a:xfrm>
          <a:custGeom>
            <a:avLst/>
            <a:gdLst>
              <a:gd name="connsiteX0" fmla="*/ 0 w 648848"/>
              <a:gd name="connsiteY0" fmla="*/ 0 h 895350"/>
              <a:gd name="connsiteX1" fmla="*/ 9525 w 648848"/>
              <a:gd name="connsiteY1" fmla="*/ 66675 h 895350"/>
              <a:gd name="connsiteX2" fmla="*/ 28575 w 648848"/>
              <a:gd name="connsiteY2" fmla="*/ 133350 h 895350"/>
              <a:gd name="connsiteX3" fmla="*/ 38100 w 648848"/>
              <a:gd name="connsiteY3" fmla="*/ 209550 h 895350"/>
              <a:gd name="connsiteX4" fmla="*/ 209550 w 648848"/>
              <a:gd name="connsiteY4" fmla="*/ 247650 h 895350"/>
              <a:gd name="connsiteX5" fmla="*/ 219075 w 648848"/>
              <a:gd name="connsiteY5" fmla="*/ 390525 h 895350"/>
              <a:gd name="connsiteX6" fmla="*/ 247650 w 648848"/>
              <a:gd name="connsiteY6" fmla="*/ 419100 h 895350"/>
              <a:gd name="connsiteX7" fmla="*/ 276225 w 648848"/>
              <a:gd name="connsiteY7" fmla="*/ 457200 h 895350"/>
              <a:gd name="connsiteX8" fmla="*/ 295275 w 648848"/>
              <a:gd name="connsiteY8" fmla="*/ 485775 h 895350"/>
              <a:gd name="connsiteX9" fmla="*/ 361950 w 648848"/>
              <a:gd name="connsiteY9" fmla="*/ 523875 h 895350"/>
              <a:gd name="connsiteX10" fmla="*/ 419100 w 648848"/>
              <a:gd name="connsiteY10" fmla="*/ 552450 h 895350"/>
              <a:gd name="connsiteX11" fmla="*/ 428625 w 648848"/>
              <a:gd name="connsiteY11" fmla="*/ 581025 h 895350"/>
              <a:gd name="connsiteX12" fmla="*/ 504825 w 648848"/>
              <a:gd name="connsiteY12" fmla="*/ 609600 h 895350"/>
              <a:gd name="connsiteX13" fmla="*/ 514350 w 648848"/>
              <a:gd name="connsiteY13" fmla="*/ 638175 h 895350"/>
              <a:gd name="connsiteX14" fmla="*/ 523875 w 648848"/>
              <a:gd name="connsiteY14" fmla="*/ 762000 h 895350"/>
              <a:gd name="connsiteX15" fmla="*/ 581025 w 648848"/>
              <a:gd name="connsiteY15" fmla="*/ 771525 h 895350"/>
              <a:gd name="connsiteX16" fmla="*/ 609600 w 648848"/>
              <a:gd name="connsiteY16" fmla="*/ 781050 h 895350"/>
              <a:gd name="connsiteX17" fmla="*/ 638175 w 648848"/>
              <a:gd name="connsiteY17" fmla="*/ 809625 h 895350"/>
              <a:gd name="connsiteX18" fmla="*/ 647700 w 648848"/>
              <a:gd name="connsiteY18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8848" h="895350">
                <a:moveTo>
                  <a:pt x="0" y="0"/>
                </a:moveTo>
                <a:cubicBezTo>
                  <a:pt x="3175" y="22225"/>
                  <a:pt x="5509" y="44586"/>
                  <a:pt x="9525" y="66675"/>
                </a:cubicBezTo>
                <a:cubicBezTo>
                  <a:pt x="14309" y="92987"/>
                  <a:pt x="20414" y="108867"/>
                  <a:pt x="28575" y="133350"/>
                </a:cubicBezTo>
                <a:cubicBezTo>
                  <a:pt x="31750" y="158750"/>
                  <a:pt x="33521" y="184365"/>
                  <a:pt x="38100" y="209550"/>
                </a:cubicBezTo>
                <a:cubicBezTo>
                  <a:pt x="52491" y="288699"/>
                  <a:pt x="103474" y="241410"/>
                  <a:pt x="209550" y="247650"/>
                </a:cubicBezTo>
                <a:cubicBezTo>
                  <a:pt x="212725" y="295275"/>
                  <a:pt x="208721" y="343931"/>
                  <a:pt x="219075" y="390525"/>
                </a:cubicBezTo>
                <a:cubicBezTo>
                  <a:pt x="221997" y="403675"/>
                  <a:pt x="238884" y="408873"/>
                  <a:pt x="247650" y="419100"/>
                </a:cubicBezTo>
                <a:cubicBezTo>
                  <a:pt x="257981" y="431153"/>
                  <a:pt x="266998" y="444282"/>
                  <a:pt x="276225" y="457200"/>
                </a:cubicBezTo>
                <a:cubicBezTo>
                  <a:pt x="282879" y="466515"/>
                  <a:pt x="287180" y="477680"/>
                  <a:pt x="295275" y="485775"/>
                </a:cubicBezTo>
                <a:cubicBezTo>
                  <a:pt x="310746" y="501246"/>
                  <a:pt x="344519" y="513914"/>
                  <a:pt x="361950" y="523875"/>
                </a:cubicBezTo>
                <a:cubicBezTo>
                  <a:pt x="413651" y="553418"/>
                  <a:pt x="366709" y="534986"/>
                  <a:pt x="419100" y="552450"/>
                </a:cubicBezTo>
                <a:cubicBezTo>
                  <a:pt x="422275" y="561975"/>
                  <a:pt x="422353" y="573185"/>
                  <a:pt x="428625" y="581025"/>
                </a:cubicBezTo>
                <a:cubicBezTo>
                  <a:pt x="447312" y="604384"/>
                  <a:pt x="479009" y="604437"/>
                  <a:pt x="504825" y="609600"/>
                </a:cubicBezTo>
                <a:cubicBezTo>
                  <a:pt x="508000" y="619125"/>
                  <a:pt x="513105" y="628212"/>
                  <a:pt x="514350" y="638175"/>
                </a:cubicBezTo>
                <a:cubicBezTo>
                  <a:pt x="519485" y="679252"/>
                  <a:pt x="505362" y="724973"/>
                  <a:pt x="523875" y="762000"/>
                </a:cubicBezTo>
                <a:cubicBezTo>
                  <a:pt x="532512" y="779274"/>
                  <a:pt x="562172" y="767335"/>
                  <a:pt x="581025" y="771525"/>
                </a:cubicBezTo>
                <a:cubicBezTo>
                  <a:pt x="590826" y="773703"/>
                  <a:pt x="600075" y="777875"/>
                  <a:pt x="609600" y="781050"/>
                </a:cubicBezTo>
                <a:cubicBezTo>
                  <a:pt x="619125" y="790575"/>
                  <a:pt x="630703" y="798417"/>
                  <a:pt x="638175" y="809625"/>
                </a:cubicBezTo>
                <a:cubicBezTo>
                  <a:pt x="653724" y="832949"/>
                  <a:pt x="647700" y="872413"/>
                  <a:pt x="647700" y="89535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23" name="자유형: 도형 322">
            <a:extLst>
              <a:ext uri="{FF2B5EF4-FFF2-40B4-BE49-F238E27FC236}">
                <a16:creationId xmlns:a16="http://schemas.microsoft.com/office/drawing/2014/main" id="{360789A8-45E4-4718-A404-DD5C040AAB75}"/>
              </a:ext>
            </a:extLst>
          </p:cNvPr>
          <p:cNvSpPr/>
          <p:nvPr/>
        </p:nvSpPr>
        <p:spPr>
          <a:xfrm rot="15310652">
            <a:off x="5444264" y="6528686"/>
            <a:ext cx="124445" cy="212084"/>
          </a:xfrm>
          <a:custGeom>
            <a:avLst/>
            <a:gdLst>
              <a:gd name="connsiteX0" fmla="*/ 0 w 648848"/>
              <a:gd name="connsiteY0" fmla="*/ 0 h 895350"/>
              <a:gd name="connsiteX1" fmla="*/ 9525 w 648848"/>
              <a:gd name="connsiteY1" fmla="*/ 66675 h 895350"/>
              <a:gd name="connsiteX2" fmla="*/ 28575 w 648848"/>
              <a:gd name="connsiteY2" fmla="*/ 133350 h 895350"/>
              <a:gd name="connsiteX3" fmla="*/ 38100 w 648848"/>
              <a:gd name="connsiteY3" fmla="*/ 209550 h 895350"/>
              <a:gd name="connsiteX4" fmla="*/ 209550 w 648848"/>
              <a:gd name="connsiteY4" fmla="*/ 247650 h 895350"/>
              <a:gd name="connsiteX5" fmla="*/ 219075 w 648848"/>
              <a:gd name="connsiteY5" fmla="*/ 390525 h 895350"/>
              <a:gd name="connsiteX6" fmla="*/ 247650 w 648848"/>
              <a:gd name="connsiteY6" fmla="*/ 419100 h 895350"/>
              <a:gd name="connsiteX7" fmla="*/ 276225 w 648848"/>
              <a:gd name="connsiteY7" fmla="*/ 457200 h 895350"/>
              <a:gd name="connsiteX8" fmla="*/ 295275 w 648848"/>
              <a:gd name="connsiteY8" fmla="*/ 485775 h 895350"/>
              <a:gd name="connsiteX9" fmla="*/ 361950 w 648848"/>
              <a:gd name="connsiteY9" fmla="*/ 523875 h 895350"/>
              <a:gd name="connsiteX10" fmla="*/ 419100 w 648848"/>
              <a:gd name="connsiteY10" fmla="*/ 552450 h 895350"/>
              <a:gd name="connsiteX11" fmla="*/ 428625 w 648848"/>
              <a:gd name="connsiteY11" fmla="*/ 581025 h 895350"/>
              <a:gd name="connsiteX12" fmla="*/ 504825 w 648848"/>
              <a:gd name="connsiteY12" fmla="*/ 609600 h 895350"/>
              <a:gd name="connsiteX13" fmla="*/ 514350 w 648848"/>
              <a:gd name="connsiteY13" fmla="*/ 638175 h 895350"/>
              <a:gd name="connsiteX14" fmla="*/ 523875 w 648848"/>
              <a:gd name="connsiteY14" fmla="*/ 762000 h 895350"/>
              <a:gd name="connsiteX15" fmla="*/ 581025 w 648848"/>
              <a:gd name="connsiteY15" fmla="*/ 771525 h 895350"/>
              <a:gd name="connsiteX16" fmla="*/ 609600 w 648848"/>
              <a:gd name="connsiteY16" fmla="*/ 781050 h 895350"/>
              <a:gd name="connsiteX17" fmla="*/ 638175 w 648848"/>
              <a:gd name="connsiteY17" fmla="*/ 809625 h 895350"/>
              <a:gd name="connsiteX18" fmla="*/ 647700 w 648848"/>
              <a:gd name="connsiteY18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8848" h="895350">
                <a:moveTo>
                  <a:pt x="0" y="0"/>
                </a:moveTo>
                <a:cubicBezTo>
                  <a:pt x="3175" y="22225"/>
                  <a:pt x="5509" y="44586"/>
                  <a:pt x="9525" y="66675"/>
                </a:cubicBezTo>
                <a:cubicBezTo>
                  <a:pt x="14309" y="92987"/>
                  <a:pt x="20414" y="108867"/>
                  <a:pt x="28575" y="133350"/>
                </a:cubicBezTo>
                <a:cubicBezTo>
                  <a:pt x="31750" y="158750"/>
                  <a:pt x="33521" y="184365"/>
                  <a:pt x="38100" y="209550"/>
                </a:cubicBezTo>
                <a:cubicBezTo>
                  <a:pt x="52491" y="288699"/>
                  <a:pt x="103474" y="241410"/>
                  <a:pt x="209550" y="247650"/>
                </a:cubicBezTo>
                <a:cubicBezTo>
                  <a:pt x="212725" y="295275"/>
                  <a:pt x="208721" y="343931"/>
                  <a:pt x="219075" y="390525"/>
                </a:cubicBezTo>
                <a:cubicBezTo>
                  <a:pt x="221997" y="403675"/>
                  <a:pt x="238884" y="408873"/>
                  <a:pt x="247650" y="419100"/>
                </a:cubicBezTo>
                <a:cubicBezTo>
                  <a:pt x="257981" y="431153"/>
                  <a:pt x="266998" y="444282"/>
                  <a:pt x="276225" y="457200"/>
                </a:cubicBezTo>
                <a:cubicBezTo>
                  <a:pt x="282879" y="466515"/>
                  <a:pt x="287180" y="477680"/>
                  <a:pt x="295275" y="485775"/>
                </a:cubicBezTo>
                <a:cubicBezTo>
                  <a:pt x="310746" y="501246"/>
                  <a:pt x="344519" y="513914"/>
                  <a:pt x="361950" y="523875"/>
                </a:cubicBezTo>
                <a:cubicBezTo>
                  <a:pt x="413651" y="553418"/>
                  <a:pt x="366709" y="534986"/>
                  <a:pt x="419100" y="552450"/>
                </a:cubicBezTo>
                <a:cubicBezTo>
                  <a:pt x="422275" y="561975"/>
                  <a:pt x="422353" y="573185"/>
                  <a:pt x="428625" y="581025"/>
                </a:cubicBezTo>
                <a:cubicBezTo>
                  <a:pt x="447312" y="604384"/>
                  <a:pt x="479009" y="604437"/>
                  <a:pt x="504825" y="609600"/>
                </a:cubicBezTo>
                <a:cubicBezTo>
                  <a:pt x="508000" y="619125"/>
                  <a:pt x="513105" y="628212"/>
                  <a:pt x="514350" y="638175"/>
                </a:cubicBezTo>
                <a:cubicBezTo>
                  <a:pt x="519485" y="679252"/>
                  <a:pt x="505362" y="724973"/>
                  <a:pt x="523875" y="762000"/>
                </a:cubicBezTo>
                <a:cubicBezTo>
                  <a:pt x="532512" y="779274"/>
                  <a:pt x="562172" y="767335"/>
                  <a:pt x="581025" y="771525"/>
                </a:cubicBezTo>
                <a:cubicBezTo>
                  <a:pt x="590826" y="773703"/>
                  <a:pt x="600075" y="777875"/>
                  <a:pt x="609600" y="781050"/>
                </a:cubicBezTo>
                <a:cubicBezTo>
                  <a:pt x="619125" y="790575"/>
                  <a:pt x="630703" y="798417"/>
                  <a:pt x="638175" y="809625"/>
                </a:cubicBezTo>
                <a:cubicBezTo>
                  <a:pt x="653724" y="832949"/>
                  <a:pt x="647700" y="872413"/>
                  <a:pt x="647700" y="89535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25" name="자유형: 도형 324">
            <a:extLst>
              <a:ext uri="{FF2B5EF4-FFF2-40B4-BE49-F238E27FC236}">
                <a16:creationId xmlns:a16="http://schemas.microsoft.com/office/drawing/2014/main" id="{2AE30B38-047F-4859-90F9-B6E019B138F5}"/>
              </a:ext>
            </a:extLst>
          </p:cNvPr>
          <p:cNvSpPr/>
          <p:nvPr/>
        </p:nvSpPr>
        <p:spPr>
          <a:xfrm>
            <a:off x="4631856" y="6883716"/>
            <a:ext cx="341915" cy="45719"/>
          </a:xfrm>
          <a:custGeom>
            <a:avLst/>
            <a:gdLst>
              <a:gd name="connsiteX0" fmla="*/ 0 w 812800"/>
              <a:gd name="connsiteY0" fmla="*/ 63500 h 63500"/>
              <a:gd name="connsiteX1" fmla="*/ 15875 w 812800"/>
              <a:gd name="connsiteY1" fmla="*/ 57150 h 63500"/>
              <a:gd name="connsiteX2" fmla="*/ 38100 w 812800"/>
              <a:gd name="connsiteY2" fmla="*/ 50800 h 63500"/>
              <a:gd name="connsiteX3" fmla="*/ 47625 w 812800"/>
              <a:gd name="connsiteY3" fmla="*/ 44450 h 63500"/>
              <a:gd name="connsiteX4" fmla="*/ 79375 w 812800"/>
              <a:gd name="connsiteY4" fmla="*/ 38100 h 63500"/>
              <a:gd name="connsiteX5" fmla="*/ 92075 w 812800"/>
              <a:gd name="connsiteY5" fmla="*/ 31750 h 63500"/>
              <a:gd name="connsiteX6" fmla="*/ 101600 w 812800"/>
              <a:gd name="connsiteY6" fmla="*/ 28575 h 63500"/>
              <a:gd name="connsiteX7" fmla="*/ 123825 w 812800"/>
              <a:gd name="connsiteY7" fmla="*/ 31750 h 63500"/>
              <a:gd name="connsiteX8" fmla="*/ 133350 w 812800"/>
              <a:gd name="connsiteY8" fmla="*/ 38100 h 63500"/>
              <a:gd name="connsiteX9" fmla="*/ 228600 w 812800"/>
              <a:gd name="connsiteY9" fmla="*/ 34925 h 63500"/>
              <a:gd name="connsiteX10" fmla="*/ 257175 w 812800"/>
              <a:gd name="connsiteY10" fmla="*/ 38100 h 63500"/>
              <a:gd name="connsiteX11" fmla="*/ 276225 w 812800"/>
              <a:gd name="connsiteY11" fmla="*/ 47625 h 63500"/>
              <a:gd name="connsiteX12" fmla="*/ 295275 w 812800"/>
              <a:gd name="connsiteY12" fmla="*/ 50800 h 63500"/>
              <a:gd name="connsiteX13" fmla="*/ 358775 w 812800"/>
              <a:gd name="connsiteY13" fmla="*/ 47625 h 63500"/>
              <a:gd name="connsiteX14" fmla="*/ 377825 w 812800"/>
              <a:gd name="connsiteY14" fmla="*/ 34925 h 63500"/>
              <a:gd name="connsiteX15" fmla="*/ 390525 w 812800"/>
              <a:gd name="connsiteY15" fmla="*/ 25400 h 63500"/>
              <a:gd name="connsiteX16" fmla="*/ 403225 w 812800"/>
              <a:gd name="connsiteY16" fmla="*/ 22225 h 63500"/>
              <a:gd name="connsiteX17" fmla="*/ 415925 w 812800"/>
              <a:gd name="connsiteY17" fmla="*/ 15875 h 63500"/>
              <a:gd name="connsiteX18" fmla="*/ 438150 w 812800"/>
              <a:gd name="connsiteY18" fmla="*/ 9525 h 63500"/>
              <a:gd name="connsiteX19" fmla="*/ 457200 w 812800"/>
              <a:gd name="connsiteY19" fmla="*/ 0 h 63500"/>
              <a:gd name="connsiteX20" fmla="*/ 479425 w 812800"/>
              <a:gd name="connsiteY20" fmla="*/ 3175 h 63500"/>
              <a:gd name="connsiteX21" fmla="*/ 482600 w 812800"/>
              <a:gd name="connsiteY21" fmla="*/ 15875 h 63500"/>
              <a:gd name="connsiteX22" fmla="*/ 514350 w 812800"/>
              <a:gd name="connsiteY22" fmla="*/ 41275 h 63500"/>
              <a:gd name="connsiteX23" fmla="*/ 565150 w 812800"/>
              <a:gd name="connsiteY23" fmla="*/ 47625 h 63500"/>
              <a:gd name="connsiteX24" fmla="*/ 590550 w 812800"/>
              <a:gd name="connsiteY24" fmla="*/ 50800 h 63500"/>
              <a:gd name="connsiteX25" fmla="*/ 654050 w 812800"/>
              <a:gd name="connsiteY25" fmla="*/ 53975 h 63500"/>
              <a:gd name="connsiteX26" fmla="*/ 663575 w 812800"/>
              <a:gd name="connsiteY26" fmla="*/ 47625 h 63500"/>
              <a:gd name="connsiteX27" fmla="*/ 679450 w 812800"/>
              <a:gd name="connsiteY27" fmla="*/ 44450 h 63500"/>
              <a:gd name="connsiteX28" fmla="*/ 698500 w 812800"/>
              <a:gd name="connsiteY28" fmla="*/ 38100 h 63500"/>
              <a:gd name="connsiteX29" fmla="*/ 730250 w 812800"/>
              <a:gd name="connsiteY29" fmla="*/ 47625 h 63500"/>
              <a:gd name="connsiteX30" fmla="*/ 812800 w 812800"/>
              <a:gd name="connsiteY30" fmla="*/ 47625 h 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12800" h="63500">
                <a:moveTo>
                  <a:pt x="0" y="63500"/>
                </a:moveTo>
                <a:cubicBezTo>
                  <a:pt x="5292" y="61383"/>
                  <a:pt x="10468" y="58952"/>
                  <a:pt x="15875" y="57150"/>
                </a:cubicBezTo>
                <a:cubicBezTo>
                  <a:pt x="23184" y="54714"/>
                  <a:pt x="30946" y="53661"/>
                  <a:pt x="38100" y="50800"/>
                </a:cubicBezTo>
                <a:cubicBezTo>
                  <a:pt x="41643" y="49383"/>
                  <a:pt x="44005" y="45657"/>
                  <a:pt x="47625" y="44450"/>
                </a:cubicBezTo>
                <a:cubicBezTo>
                  <a:pt x="80547" y="33476"/>
                  <a:pt x="53945" y="47636"/>
                  <a:pt x="79375" y="38100"/>
                </a:cubicBezTo>
                <a:cubicBezTo>
                  <a:pt x="83807" y="36438"/>
                  <a:pt x="87725" y="33614"/>
                  <a:pt x="92075" y="31750"/>
                </a:cubicBezTo>
                <a:cubicBezTo>
                  <a:pt x="95151" y="30432"/>
                  <a:pt x="98425" y="29633"/>
                  <a:pt x="101600" y="28575"/>
                </a:cubicBezTo>
                <a:cubicBezTo>
                  <a:pt x="109008" y="29633"/>
                  <a:pt x="116657" y="29600"/>
                  <a:pt x="123825" y="31750"/>
                </a:cubicBezTo>
                <a:cubicBezTo>
                  <a:pt x="127480" y="32846"/>
                  <a:pt x="129536" y="37984"/>
                  <a:pt x="133350" y="38100"/>
                </a:cubicBezTo>
                <a:lnTo>
                  <a:pt x="228600" y="34925"/>
                </a:lnTo>
                <a:cubicBezTo>
                  <a:pt x="238125" y="35983"/>
                  <a:pt x="247722" y="36524"/>
                  <a:pt x="257175" y="38100"/>
                </a:cubicBezTo>
                <a:cubicBezTo>
                  <a:pt x="278768" y="41699"/>
                  <a:pt x="254284" y="40311"/>
                  <a:pt x="276225" y="47625"/>
                </a:cubicBezTo>
                <a:cubicBezTo>
                  <a:pt x="282332" y="49661"/>
                  <a:pt x="288925" y="49742"/>
                  <a:pt x="295275" y="50800"/>
                </a:cubicBezTo>
                <a:cubicBezTo>
                  <a:pt x="316442" y="49742"/>
                  <a:pt x="337662" y="49461"/>
                  <a:pt x="358775" y="47625"/>
                </a:cubicBezTo>
                <a:cubicBezTo>
                  <a:pt x="369794" y="46667"/>
                  <a:pt x="369644" y="41937"/>
                  <a:pt x="377825" y="34925"/>
                </a:cubicBezTo>
                <a:cubicBezTo>
                  <a:pt x="381843" y="31481"/>
                  <a:pt x="385792" y="27767"/>
                  <a:pt x="390525" y="25400"/>
                </a:cubicBezTo>
                <a:cubicBezTo>
                  <a:pt x="394428" y="23449"/>
                  <a:pt x="399139" y="23757"/>
                  <a:pt x="403225" y="22225"/>
                </a:cubicBezTo>
                <a:cubicBezTo>
                  <a:pt x="407657" y="20563"/>
                  <a:pt x="411493" y="17537"/>
                  <a:pt x="415925" y="15875"/>
                </a:cubicBezTo>
                <a:cubicBezTo>
                  <a:pt x="424063" y="12823"/>
                  <a:pt x="430474" y="13363"/>
                  <a:pt x="438150" y="9525"/>
                </a:cubicBezTo>
                <a:cubicBezTo>
                  <a:pt x="462769" y="-2785"/>
                  <a:pt x="433259" y="7980"/>
                  <a:pt x="457200" y="0"/>
                </a:cubicBezTo>
                <a:cubicBezTo>
                  <a:pt x="464608" y="1058"/>
                  <a:pt x="473079" y="-791"/>
                  <a:pt x="479425" y="3175"/>
                </a:cubicBezTo>
                <a:cubicBezTo>
                  <a:pt x="483125" y="5488"/>
                  <a:pt x="481068" y="11789"/>
                  <a:pt x="482600" y="15875"/>
                </a:cubicBezTo>
                <a:cubicBezTo>
                  <a:pt x="488731" y="32224"/>
                  <a:pt x="493621" y="36093"/>
                  <a:pt x="514350" y="41275"/>
                </a:cubicBezTo>
                <a:cubicBezTo>
                  <a:pt x="541028" y="47945"/>
                  <a:pt x="517985" y="42908"/>
                  <a:pt x="565150" y="47625"/>
                </a:cubicBezTo>
                <a:cubicBezTo>
                  <a:pt x="573640" y="48474"/>
                  <a:pt x="582083" y="49742"/>
                  <a:pt x="590550" y="50800"/>
                </a:cubicBezTo>
                <a:cubicBezTo>
                  <a:pt x="613705" y="66237"/>
                  <a:pt x="602717" y="61675"/>
                  <a:pt x="654050" y="53975"/>
                </a:cubicBezTo>
                <a:cubicBezTo>
                  <a:pt x="657824" y="53409"/>
                  <a:pt x="660002" y="48965"/>
                  <a:pt x="663575" y="47625"/>
                </a:cubicBezTo>
                <a:cubicBezTo>
                  <a:pt x="668628" y="45730"/>
                  <a:pt x="674244" y="45870"/>
                  <a:pt x="679450" y="44450"/>
                </a:cubicBezTo>
                <a:cubicBezTo>
                  <a:pt x="685908" y="42689"/>
                  <a:pt x="698500" y="38100"/>
                  <a:pt x="698500" y="38100"/>
                </a:cubicBezTo>
                <a:cubicBezTo>
                  <a:pt x="700426" y="38742"/>
                  <a:pt x="724918" y="47447"/>
                  <a:pt x="730250" y="47625"/>
                </a:cubicBezTo>
                <a:cubicBezTo>
                  <a:pt x="757751" y="48542"/>
                  <a:pt x="785283" y="47625"/>
                  <a:pt x="812800" y="4762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26" name="자유형: 도형 325">
            <a:extLst>
              <a:ext uri="{FF2B5EF4-FFF2-40B4-BE49-F238E27FC236}">
                <a16:creationId xmlns:a16="http://schemas.microsoft.com/office/drawing/2014/main" id="{B3B6985E-BBC5-424A-9196-F333B8CD5CF4}"/>
              </a:ext>
            </a:extLst>
          </p:cNvPr>
          <p:cNvSpPr/>
          <p:nvPr/>
        </p:nvSpPr>
        <p:spPr>
          <a:xfrm rot="21169413">
            <a:off x="4937007" y="7107592"/>
            <a:ext cx="159896" cy="169675"/>
          </a:xfrm>
          <a:custGeom>
            <a:avLst/>
            <a:gdLst>
              <a:gd name="connsiteX0" fmla="*/ 12344 w 310794"/>
              <a:gd name="connsiteY0" fmla="*/ 276225 h 276225"/>
              <a:gd name="connsiteX1" fmla="*/ 9169 w 310794"/>
              <a:gd name="connsiteY1" fmla="*/ 184150 h 276225"/>
              <a:gd name="connsiteX2" fmla="*/ 34569 w 310794"/>
              <a:gd name="connsiteY2" fmla="*/ 190500 h 276225"/>
              <a:gd name="connsiteX3" fmla="*/ 47269 w 310794"/>
              <a:gd name="connsiteY3" fmla="*/ 193675 h 276225"/>
              <a:gd name="connsiteX4" fmla="*/ 82194 w 310794"/>
              <a:gd name="connsiteY4" fmla="*/ 190500 h 276225"/>
              <a:gd name="connsiteX5" fmla="*/ 85369 w 310794"/>
              <a:gd name="connsiteY5" fmla="*/ 171450 h 276225"/>
              <a:gd name="connsiteX6" fmla="*/ 91719 w 310794"/>
              <a:gd name="connsiteY6" fmla="*/ 117475 h 276225"/>
              <a:gd name="connsiteX7" fmla="*/ 132994 w 310794"/>
              <a:gd name="connsiteY7" fmla="*/ 123825 h 276225"/>
              <a:gd name="connsiteX8" fmla="*/ 145694 w 310794"/>
              <a:gd name="connsiteY8" fmla="*/ 127000 h 276225"/>
              <a:gd name="connsiteX9" fmla="*/ 190144 w 310794"/>
              <a:gd name="connsiteY9" fmla="*/ 133350 h 276225"/>
              <a:gd name="connsiteX10" fmla="*/ 228244 w 310794"/>
              <a:gd name="connsiteY10" fmla="*/ 117475 h 276225"/>
              <a:gd name="connsiteX11" fmla="*/ 244119 w 310794"/>
              <a:gd name="connsiteY11" fmla="*/ 69850 h 276225"/>
              <a:gd name="connsiteX12" fmla="*/ 250469 w 310794"/>
              <a:gd name="connsiteY12" fmla="*/ 60325 h 276225"/>
              <a:gd name="connsiteX13" fmla="*/ 298094 w 310794"/>
              <a:gd name="connsiteY13" fmla="*/ 53975 h 276225"/>
              <a:gd name="connsiteX14" fmla="*/ 301269 w 310794"/>
              <a:gd name="connsiteY14" fmla="*/ 41275 h 276225"/>
              <a:gd name="connsiteX15" fmla="*/ 307619 w 310794"/>
              <a:gd name="connsiteY15" fmla="*/ 22225 h 276225"/>
              <a:gd name="connsiteX16" fmla="*/ 310794 w 310794"/>
              <a:gd name="connsiteY16" fmla="*/ 0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0794" h="276225">
                <a:moveTo>
                  <a:pt x="12344" y="276225"/>
                </a:moveTo>
                <a:cubicBezTo>
                  <a:pt x="1979" y="245129"/>
                  <a:pt x="-7727" y="223573"/>
                  <a:pt x="9169" y="184150"/>
                </a:cubicBezTo>
                <a:cubicBezTo>
                  <a:pt x="12607" y="176128"/>
                  <a:pt x="26102" y="188383"/>
                  <a:pt x="34569" y="190500"/>
                </a:cubicBezTo>
                <a:lnTo>
                  <a:pt x="47269" y="193675"/>
                </a:lnTo>
                <a:cubicBezTo>
                  <a:pt x="58911" y="192617"/>
                  <a:pt x="72097" y="196390"/>
                  <a:pt x="82194" y="190500"/>
                </a:cubicBezTo>
                <a:cubicBezTo>
                  <a:pt x="87755" y="187256"/>
                  <a:pt x="84695" y="177852"/>
                  <a:pt x="85369" y="171450"/>
                </a:cubicBezTo>
                <a:cubicBezTo>
                  <a:pt x="91112" y="116891"/>
                  <a:pt x="84491" y="146387"/>
                  <a:pt x="91719" y="117475"/>
                </a:cubicBezTo>
                <a:cubicBezTo>
                  <a:pt x="105477" y="119592"/>
                  <a:pt x="119286" y="121406"/>
                  <a:pt x="132994" y="123825"/>
                </a:cubicBezTo>
                <a:cubicBezTo>
                  <a:pt x="137291" y="124583"/>
                  <a:pt x="141390" y="126283"/>
                  <a:pt x="145694" y="127000"/>
                </a:cubicBezTo>
                <a:cubicBezTo>
                  <a:pt x="160457" y="129461"/>
                  <a:pt x="190144" y="133350"/>
                  <a:pt x="190144" y="133350"/>
                </a:cubicBezTo>
                <a:cubicBezTo>
                  <a:pt x="202679" y="130843"/>
                  <a:pt x="224024" y="134357"/>
                  <a:pt x="228244" y="117475"/>
                </a:cubicBezTo>
                <a:cubicBezTo>
                  <a:pt x="240297" y="69262"/>
                  <a:pt x="219704" y="106473"/>
                  <a:pt x="244119" y="69850"/>
                </a:cubicBezTo>
                <a:cubicBezTo>
                  <a:pt x="246236" y="66675"/>
                  <a:pt x="246849" y="61532"/>
                  <a:pt x="250469" y="60325"/>
                </a:cubicBezTo>
                <a:cubicBezTo>
                  <a:pt x="272084" y="53120"/>
                  <a:pt x="256659" y="57428"/>
                  <a:pt x="298094" y="53975"/>
                </a:cubicBezTo>
                <a:cubicBezTo>
                  <a:pt x="299152" y="49742"/>
                  <a:pt x="300015" y="45455"/>
                  <a:pt x="301269" y="41275"/>
                </a:cubicBezTo>
                <a:cubicBezTo>
                  <a:pt x="303192" y="34864"/>
                  <a:pt x="307619" y="22225"/>
                  <a:pt x="307619" y="22225"/>
                </a:cubicBezTo>
                <a:lnTo>
                  <a:pt x="310794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27" name="자유형: 도형 326">
            <a:extLst>
              <a:ext uri="{FF2B5EF4-FFF2-40B4-BE49-F238E27FC236}">
                <a16:creationId xmlns:a16="http://schemas.microsoft.com/office/drawing/2014/main" id="{F5243AE7-257B-4591-BB62-B4F476D64042}"/>
              </a:ext>
            </a:extLst>
          </p:cNvPr>
          <p:cNvSpPr/>
          <p:nvPr/>
        </p:nvSpPr>
        <p:spPr>
          <a:xfrm rot="446293">
            <a:off x="6015102" y="7655589"/>
            <a:ext cx="71876" cy="131141"/>
          </a:xfrm>
          <a:custGeom>
            <a:avLst/>
            <a:gdLst>
              <a:gd name="connsiteX0" fmla="*/ 19250 w 190700"/>
              <a:gd name="connsiteY0" fmla="*/ 0 h 271108"/>
              <a:gd name="connsiteX1" fmla="*/ 22425 w 190700"/>
              <a:gd name="connsiteY1" fmla="*/ 107950 h 271108"/>
              <a:gd name="connsiteX2" fmla="*/ 44650 w 190700"/>
              <a:gd name="connsiteY2" fmla="*/ 104775 h 271108"/>
              <a:gd name="connsiteX3" fmla="*/ 70050 w 190700"/>
              <a:gd name="connsiteY3" fmla="*/ 107950 h 271108"/>
              <a:gd name="connsiteX4" fmla="*/ 76400 w 190700"/>
              <a:gd name="connsiteY4" fmla="*/ 117475 h 271108"/>
              <a:gd name="connsiteX5" fmla="*/ 79575 w 190700"/>
              <a:gd name="connsiteY5" fmla="*/ 184150 h 271108"/>
              <a:gd name="connsiteX6" fmla="*/ 89100 w 190700"/>
              <a:gd name="connsiteY6" fmla="*/ 187325 h 271108"/>
              <a:gd name="connsiteX7" fmla="*/ 133550 w 190700"/>
              <a:gd name="connsiteY7" fmla="*/ 190500 h 271108"/>
              <a:gd name="connsiteX8" fmla="*/ 162125 w 190700"/>
              <a:gd name="connsiteY8" fmla="*/ 196850 h 271108"/>
              <a:gd name="connsiteX9" fmla="*/ 168475 w 190700"/>
              <a:gd name="connsiteY9" fmla="*/ 206375 h 271108"/>
              <a:gd name="connsiteX10" fmla="*/ 174825 w 190700"/>
              <a:gd name="connsiteY10" fmla="*/ 241300 h 271108"/>
              <a:gd name="connsiteX11" fmla="*/ 181175 w 190700"/>
              <a:gd name="connsiteY11" fmla="*/ 269875 h 271108"/>
              <a:gd name="connsiteX12" fmla="*/ 190700 w 190700"/>
              <a:gd name="connsiteY12" fmla="*/ 269875 h 271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700" h="271108">
                <a:moveTo>
                  <a:pt x="19250" y="0"/>
                </a:moveTo>
                <a:cubicBezTo>
                  <a:pt x="17864" y="15248"/>
                  <a:pt x="-25359" y="107950"/>
                  <a:pt x="22425" y="107950"/>
                </a:cubicBezTo>
                <a:cubicBezTo>
                  <a:pt x="29909" y="107950"/>
                  <a:pt x="37242" y="105833"/>
                  <a:pt x="44650" y="104775"/>
                </a:cubicBezTo>
                <a:cubicBezTo>
                  <a:pt x="53117" y="105833"/>
                  <a:pt x="62128" y="104781"/>
                  <a:pt x="70050" y="107950"/>
                </a:cubicBezTo>
                <a:cubicBezTo>
                  <a:pt x="73593" y="109367"/>
                  <a:pt x="75927" y="113689"/>
                  <a:pt x="76400" y="117475"/>
                </a:cubicBezTo>
                <a:cubicBezTo>
                  <a:pt x="79160" y="139553"/>
                  <a:pt x="75595" y="162259"/>
                  <a:pt x="79575" y="184150"/>
                </a:cubicBezTo>
                <a:cubicBezTo>
                  <a:pt x="80174" y="187443"/>
                  <a:pt x="85776" y="186934"/>
                  <a:pt x="89100" y="187325"/>
                </a:cubicBezTo>
                <a:cubicBezTo>
                  <a:pt x="103853" y="189061"/>
                  <a:pt x="118733" y="189442"/>
                  <a:pt x="133550" y="190500"/>
                </a:cubicBezTo>
                <a:cubicBezTo>
                  <a:pt x="133900" y="190570"/>
                  <a:pt x="160203" y="195569"/>
                  <a:pt x="162125" y="196850"/>
                </a:cubicBezTo>
                <a:cubicBezTo>
                  <a:pt x="165300" y="198967"/>
                  <a:pt x="166358" y="203200"/>
                  <a:pt x="168475" y="206375"/>
                </a:cubicBezTo>
                <a:cubicBezTo>
                  <a:pt x="176229" y="237391"/>
                  <a:pt x="166293" y="195795"/>
                  <a:pt x="174825" y="241300"/>
                </a:cubicBezTo>
                <a:cubicBezTo>
                  <a:pt x="176623" y="250890"/>
                  <a:pt x="176436" y="261346"/>
                  <a:pt x="181175" y="269875"/>
                </a:cubicBezTo>
                <a:cubicBezTo>
                  <a:pt x="182717" y="272650"/>
                  <a:pt x="187525" y="269875"/>
                  <a:pt x="190700" y="26987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30" name="자유형: 도형 329">
            <a:extLst>
              <a:ext uri="{FF2B5EF4-FFF2-40B4-BE49-F238E27FC236}">
                <a16:creationId xmlns:a16="http://schemas.microsoft.com/office/drawing/2014/main" id="{44082A0B-1BEB-4A99-8AF8-03F71A77F038}"/>
              </a:ext>
            </a:extLst>
          </p:cNvPr>
          <p:cNvSpPr/>
          <p:nvPr/>
        </p:nvSpPr>
        <p:spPr>
          <a:xfrm>
            <a:off x="5561936" y="6895951"/>
            <a:ext cx="359569" cy="28575"/>
          </a:xfrm>
          <a:custGeom>
            <a:avLst/>
            <a:gdLst>
              <a:gd name="connsiteX0" fmla="*/ 0 w 359569"/>
              <a:gd name="connsiteY0" fmla="*/ 0 h 28575"/>
              <a:gd name="connsiteX1" fmla="*/ 66675 w 359569"/>
              <a:gd name="connsiteY1" fmla="*/ 2382 h 28575"/>
              <a:gd name="connsiteX2" fmla="*/ 76200 w 359569"/>
              <a:gd name="connsiteY2" fmla="*/ 7144 h 28575"/>
              <a:gd name="connsiteX3" fmla="*/ 83344 w 359569"/>
              <a:gd name="connsiteY3" fmla="*/ 11907 h 28575"/>
              <a:gd name="connsiteX4" fmla="*/ 100013 w 359569"/>
              <a:gd name="connsiteY4" fmla="*/ 21432 h 28575"/>
              <a:gd name="connsiteX5" fmla="*/ 114300 w 359569"/>
              <a:gd name="connsiteY5" fmla="*/ 19050 h 28575"/>
              <a:gd name="connsiteX6" fmla="*/ 128588 w 359569"/>
              <a:gd name="connsiteY6" fmla="*/ 14288 h 28575"/>
              <a:gd name="connsiteX7" fmla="*/ 135732 w 359569"/>
              <a:gd name="connsiteY7" fmla="*/ 9525 h 28575"/>
              <a:gd name="connsiteX8" fmla="*/ 147638 w 359569"/>
              <a:gd name="connsiteY8" fmla="*/ 7144 h 28575"/>
              <a:gd name="connsiteX9" fmla="*/ 154782 w 359569"/>
              <a:gd name="connsiteY9" fmla="*/ 4763 h 28575"/>
              <a:gd name="connsiteX10" fmla="*/ 166688 w 359569"/>
              <a:gd name="connsiteY10" fmla="*/ 11907 h 28575"/>
              <a:gd name="connsiteX11" fmla="*/ 176213 w 359569"/>
              <a:gd name="connsiteY11" fmla="*/ 16669 h 28575"/>
              <a:gd name="connsiteX12" fmla="*/ 183357 w 359569"/>
              <a:gd name="connsiteY12" fmla="*/ 21432 h 28575"/>
              <a:gd name="connsiteX13" fmla="*/ 197644 w 359569"/>
              <a:gd name="connsiteY13" fmla="*/ 26194 h 28575"/>
              <a:gd name="connsiteX14" fmla="*/ 204788 w 359569"/>
              <a:gd name="connsiteY14" fmla="*/ 28575 h 28575"/>
              <a:gd name="connsiteX15" fmla="*/ 214313 w 359569"/>
              <a:gd name="connsiteY15" fmla="*/ 26194 h 28575"/>
              <a:gd name="connsiteX16" fmla="*/ 221457 w 359569"/>
              <a:gd name="connsiteY16" fmla="*/ 21432 h 28575"/>
              <a:gd name="connsiteX17" fmla="*/ 230982 w 359569"/>
              <a:gd name="connsiteY17" fmla="*/ 16669 h 28575"/>
              <a:gd name="connsiteX18" fmla="*/ 238125 w 359569"/>
              <a:gd name="connsiteY18" fmla="*/ 7144 h 28575"/>
              <a:gd name="connsiteX19" fmla="*/ 245269 w 359569"/>
              <a:gd name="connsiteY19" fmla="*/ 4763 h 28575"/>
              <a:gd name="connsiteX20" fmla="*/ 252413 w 359569"/>
              <a:gd name="connsiteY20" fmla="*/ 0 h 28575"/>
              <a:gd name="connsiteX21" fmla="*/ 273844 w 359569"/>
              <a:gd name="connsiteY21" fmla="*/ 4763 h 28575"/>
              <a:gd name="connsiteX22" fmla="*/ 283369 w 359569"/>
              <a:gd name="connsiteY22" fmla="*/ 9525 h 28575"/>
              <a:gd name="connsiteX23" fmla="*/ 297657 w 359569"/>
              <a:gd name="connsiteY23" fmla="*/ 14288 h 28575"/>
              <a:gd name="connsiteX24" fmla="*/ 319088 w 359569"/>
              <a:gd name="connsiteY24" fmla="*/ 7144 h 28575"/>
              <a:gd name="connsiteX25" fmla="*/ 333375 w 359569"/>
              <a:gd name="connsiteY25" fmla="*/ 2382 h 28575"/>
              <a:gd name="connsiteX26" fmla="*/ 359569 w 359569"/>
              <a:gd name="connsiteY26" fmla="*/ 4763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59569" h="28575">
                <a:moveTo>
                  <a:pt x="0" y="0"/>
                </a:moveTo>
                <a:cubicBezTo>
                  <a:pt x="22225" y="794"/>
                  <a:pt x="44533" y="306"/>
                  <a:pt x="66675" y="2382"/>
                </a:cubicBezTo>
                <a:cubicBezTo>
                  <a:pt x="70209" y="2713"/>
                  <a:pt x="73118" y="5383"/>
                  <a:pt x="76200" y="7144"/>
                </a:cubicBezTo>
                <a:cubicBezTo>
                  <a:pt x="78685" y="8564"/>
                  <a:pt x="80859" y="10487"/>
                  <a:pt x="83344" y="11907"/>
                </a:cubicBezTo>
                <a:cubicBezTo>
                  <a:pt x="104493" y="23992"/>
                  <a:pt x="82607" y="9827"/>
                  <a:pt x="100013" y="21432"/>
                </a:cubicBezTo>
                <a:cubicBezTo>
                  <a:pt x="104775" y="20638"/>
                  <a:pt x="109616" y="20221"/>
                  <a:pt x="114300" y="19050"/>
                </a:cubicBezTo>
                <a:cubicBezTo>
                  <a:pt x="119170" y="17832"/>
                  <a:pt x="128588" y="14288"/>
                  <a:pt x="128588" y="14288"/>
                </a:cubicBezTo>
                <a:cubicBezTo>
                  <a:pt x="130969" y="12700"/>
                  <a:pt x="133052" y="10530"/>
                  <a:pt x="135732" y="9525"/>
                </a:cubicBezTo>
                <a:cubicBezTo>
                  <a:pt x="139522" y="8104"/>
                  <a:pt x="143712" y="8126"/>
                  <a:pt x="147638" y="7144"/>
                </a:cubicBezTo>
                <a:cubicBezTo>
                  <a:pt x="150073" y="6535"/>
                  <a:pt x="152401" y="5557"/>
                  <a:pt x="154782" y="4763"/>
                </a:cubicBezTo>
                <a:cubicBezTo>
                  <a:pt x="158751" y="7144"/>
                  <a:pt x="162642" y="9659"/>
                  <a:pt x="166688" y="11907"/>
                </a:cubicBezTo>
                <a:cubicBezTo>
                  <a:pt x="169791" y="13631"/>
                  <a:pt x="173131" y="14908"/>
                  <a:pt x="176213" y="16669"/>
                </a:cubicBezTo>
                <a:cubicBezTo>
                  <a:pt x="178698" y="18089"/>
                  <a:pt x="180742" y="20270"/>
                  <a:pt x="183357" y="21432"/>
                </a:cubicBezTo>
                <a:cubicBezTo>
                  <a:pt x="187944" y="23471"/>
                  <a:pt x="192882" y="24607"/>
                  <a:pt x="197644" y="26194"/>
                </a:cubicBezTo>
                <a:lnTo>
                  <a:pt x="204788" y="28575"/>
                </a:lnTo>
                <a:cubicBezTo>
                  <a:pt x="207963" y="27781"/>
                  <a:pt x="211305" y="27483"/>
                  <a:pt x="214313" y="26194"/>
                </a:cubicBezTo>
                <a:cubicBezTo>
                  <a:pt x="216944" y="25067"/>
                  <a:pt x="218972" y="22852"/>
                  <a:pt x="221457" y="21432"/>
                </a:cubicBezTo>
                <a:cubicBezTo>
                  <a:pt x="224539" y="19671"/>
                  <a:pt x="227807" y="18257"/>
                  <a:pt x="230982" y="16669"/>
                </a:cubicBezTo>
                <a:cubicBezTo>
                  <a:pt x="233363" y="13494"/>
                  <a:pt x="235076" y="9685"/>
                  <a:pt x="238125" y="7144"/>
                </a:cubicBezTo>
                <a:cubicBezTo>
                  <a:pt x="240053" y="5537"/>
                  <a:pt x="243024" y="5886"/>
                  <a:pt x="245269" y="4763"/>
                </a:cubicBezTo>
                <a:cubicBezTo>
                  <a:pt x="247829" y="3483"/>
                  <a:pt x="250032" y="1588"/>
                  <a:pt x="252413" y="0"/>
                </a:cubicBezTo>
                <a:cubicBezTo>
                  <a:pt x="260972" y="1427"/>
                  <a:pt x="266385" y="1567"/>
                  <a:pt x="273844" y="4763"/>
                </a:cubicBezTo>
                <a:cubicBezTo>
                  <a:pt x="277107" y="6161"/>
                  <a:pt x="280073" y="8207"/>
                  <a:pt x="283369" y="9525"/>
                </a:cubicBezTo>
                <a:cubicBezTo>
                  <a:pt x="288030" y="11389"/>
                  <a:pt x="297657" y="14288"/>
                  <a:pt x="297657" y="14288"/>
                </a:cubicBezTo>
                <a:cubicBezTo>
                  <a:pt x="329831" y="8926"/>
                  <a:pt x="298997" y="16073"/>
                  <a:pt x="319088" y="7144"/>
                </a:cubicBezTo>
                <a:cubicBezTo>
                  <a:pt x="323675" y="5105"/>
                  <a:pt x="333375" y="2382"/>
                  <a:pt x="333375" y="2382"/>
                </a:cubicBezTo>
                <a:lnTo>
                  <a:pt x="359569" y="4763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1" name="자유형: 도형 330">
            <a:extLst>
              <a:ext uri="{FF2B5EF4-FFF2-40B4-BE49-F238E27FC236}">
                <a16:creationId xmlns:a16="http://schemas.microsoft.com/office/drawing/2014/main" id="{895D2DBB-3EC0-4EF5-A28E-9F7F49321767}"/>
              </a:ext>
            </a:extLst>
          </p:cNvPr>
          <p:cNvSpPr/>
          <p:nvPr/>
        </p:nvSpPr>
        <p:spPr>
          <a:xfrm>
            <a:off x="6009611" y="7193608"/>
            <a:ext cx="79952" cy="173831"/>
          </a:xfrm>
          <a:custGeom>
            <a:avLst/>
            <a:gdLst>
              <a:gd name="connsiteX0" fmla="*/ 14288 w 79952"/>
              <a:gd name="connsiteY0" fmla="*/ 173831 h 173831"/>
              <a:gd name="connsiteX1" fmla="*/ 9525 w 79952"/>
              <a:gd name="connsiteY1" fmla="*/ 157162 h 173831"/>
              <a:gd name="connsiteX2" fmla="*/ 0 w 79952"/>
              <a:gd name="connsiteY2" fmla="*/ 142875 h 173831"/>
              <a:gd name="connsiteX3" fmla="*/ 45244 w 79952"/>
              <a:gd name="connsiteY3" fmla="*/ 133350 h 173831"/>
              <a:gd name="connsiteX4" fmla="*/ 50007 w 79952"/>
              <a:gd name="connsiteY4" fmla="*/ 114300 h 173831"/>
              <a:gd name="connsiteX5" fmla="*/ 47625 w 79952"/>
              <a:gd name="connsiteY5" fmla="*/ 100012 h 173831"/>
              <a:gd name="connsiteX6" fmla="*/ 42863 w 79952"/>
              <a:gd name="connsiteY6" fmla="*/ 92868 h 173831"/>
              <a:gd name="connsiteX7" fmla="*/ 40482 w 79952"/>
              <a:gd name="connsiteY7" fmla="*/ 85725 h 173831"/>
              <a:gd name="connsiteX8" fmla="*/ 42863 w 79952"/>
              <a:gd name="connsiteY8" fmla="*/ 78581 h 173831"/>
              <a:gd name="connsiteX9" fmla="*/ 59532 w 79952"/>
              <a:gd name="connsiteY9" fmla="*/ 76200 h 173831"/>
              <a:gd name="connsiteX10" fmla="*/ 69057 w 79952"/>
              <a:gd name="connsiteY10" fmla="*/ 73818 h 173831"/>
              <a:gd name="connsiteX11" fmla="*/ 69057 w 79952"/>
              <a:gd name="connsiteY11" fmla="*/ 47625 h 173831"/>
              <a:gd name="connsiteX12" fmla="*/ 64294 w 79952"/>
              <a:gd name="connsiteY12" fmla="*/ 33337 h 173831"/>
              <a:gd name="connsiteX13" fmla="*/ 66675 w 79952"/>
              <a:gd name="connsiteY13" fmla="*/ 21431 h 173831"/>
              <a:gd name="connsiteX14" fmla="*/ 78582 w 79952"/>
              <a:gd name="connsiteY14" fmla="*/ 19050 h 173831"/>
              <a:gd name="connsiteX15" fmla="*/ 78582 w 79952"/>
              <a:gd name="connsiteY15" fmla="*/ 0 h 17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9952" h="173831">
                <a:moveTo>
                  <a:pt x="14288" y="173831"/>
                </a:moveTo>
                <a:cubicBezTo>
                  <a:pt x="12700" y="168275"/>
                  <a:pt x="11947" y="162409"/>
                  <a:pt x="9525" y="157162"/>
                </a:cubicBezTo>
                <a:cubicBezTo>
                  <a:pt x="7126" y="151965"/>
                  <a:pt x="0" y="142875"/>
                  <a:pt x="0" y="142875"/>
                </a:cubicBezTo>
                <a:cubicBezTo>
                  <a:pt x="15971" y="118920"/>
                  <a:pt x="-15614" y="162177"/>
                  <a:pt x="45244" y="133350"/>
                </a:cubicBezTo>
                <a:cubicBezTo>
                  <a:pt x="51159" y="130548"/>
                  <a:pt x="50007" y="114300"/>
                  <a:pt x="50007" y="114300"/>
                </a:cubicBezTo>
                <a:cubicBezTo>
                  <a:pt x="49213" y="109537"/>
                  <a:pt x="49152" y="104593"/>
                  <a:pt x="47625" y="100012"/>
                </a:cubicBezTo>
                <a:cubicBezTo>
                  <a:pt x="46720" y="97297"/>
                  <a:pt x="44143" y="95428"/>
                  <a:pt x="42863" y="92868"/>
                </a:cubicBezTo>
                <a:cubicBezTo>
                  <a:pt x="41741" y="90623"/>
                  <a:pt x="41276" y="88106"/>
                  <a:pt x="40482" y="85725"/>
                </a:cubicBezTo>
                <a:cubicBezTo>
                  <a:pt x="41276" y="83344"/>
                  <a:pt x="40618" y="79704"/>
                  <a:pt x="42863" y="78581"/>
                </a:cubicBezTo>
                <a:cubicBezTo>
                  <a:pt x="47883" y="76071"/>
                  <a:pt x="54010" y="77204"/>
                  <a:pt x="59532" y="76200"/>
                </a:cubicBezTo>
                <a:cubicBezTo>
                  <a:pt x="62752" y="75614"/>
                  <a:pt x="65882" y="74612"/>
                  <a:pt x="69057" y="73818"/>
                </a:cubicBezTo>
                <a:cubicBezTo>
                  <a:pt x="73002" y="61982"/>
                  <a:pt x="72920" y="65653"/>
                  <a:pt x="69057" y="47625"/>
                </a:cubicBezTo>
                <a:cubicBezTo>
                  <a:pt x="68005" y="42716"/>
                  <a:pt x="64294" y="33337"/>
                  <a:pt x="64294" y="33337"/>
                </a:cubicBezTo>
                <a:cubicBezTo>
                  <a:pt x="65088" y="29368"/>
                  <a:pt x="63813" y="24293"/>
                  <a:pt x="66675" y="21431"/>
                </a:cubicBezTo>
                <a:cubicBezTo>
                  <a:pt x="69537" y="18569"/>
                  <a:pt x="76616" y="22588"/>
                  <a:pt x="78582" y="19050"/>
                </a:cubicBezTo>
                <a:cubicBezTo>
                  <a:pt x="81666" y="13499"/>
                  <a:pt x="78582" y="6350"/>
                  <a:pt x="78582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자유형: 도형 331">
            <a:extLst>
              <a:ext uri="{FF2B5EF4-FFF2-40B4-BE49-F238E27FC236}">
                <a16:creationId xmlns:a16="http://schemas.microsoft.com/office/drawing/2014/main" id="{6EAAABB1-5509-4A87-944C-B5C6AA3A0319}"/>
              </a:ext>
            </a:extLst>
          </p:cNvPr>
          <p:cNvSpPr/>
          <p:nvPr/>
        </p:nvSpPr>
        <p:spPr>
          <a:xfrm>
            <a:off x="5337606" y="7267426"/>
            <a:ext cx="45719" cy="502444"/>
          </a:xfrm>
          <a:custGeom>
            <a:avLst/>
            <a:gdLst>
              <a:gd name="connsiteX0" fmla="*/ 31449 w 79074"/>
              <a:gd name="connsiteY0" fmla="*/ 0 h 502444"/>
              <a:gd name="connsiteX1" fmla="*/ 40974 w 79074"/>
              <a:gd name="connsiteY1" fmla="*/ 130969 h 502444"/>
              <a:gd name="connsiteX2" fmla="*/ 29068 w 79074"/>
              <a:gd name="connsiteY2" fmla="*/ 142875 h 502444"/>
              <a:gd name="connsiteX3" fmla="*/ 12399 w 79074"/>
              <a:gd name="connsiteY3" fmla="*/ 164307 h 502444"/>
              <a:gd name="connsiteX4" fmla="*/ 7637 w 79074"/>
              <a:gd name="connsiteY4" fmla="*/ 178594 h 502444"/>
              <a:gd name="connsiteX5" fmla="*/ 493 w 79074"/>
              <a:gd name="connsiteY5" fmla="*/ 195263 h 502444"/>
              <a:gd name="connsiteX6" fmla="*/ 10018 w 79074"/>
              <a:gd name="connsiteY6" fmla="*/ 230982 h 502444"/>
              <a:gd name="connsiteX7" fmla="*/ 19543 w 79074"/>
              <a:gd name="connsiteY7" fmla="*/ 233363 h 502444"/>
              <a:gd name="connsiteX8" fmla="*/ 40974 w 79074"/>
              <a:gd name="connsiteY8" fmla="*/ 245269 h 502444"/>
              <a:gd name="connsiteX9" fmla="*/ 57643 w 79074"/>
              <a:gd name="connsiteY9" fmla="*/ 250032 h 502444"/>
              <a:gd name="connsiteX10" fmla="*/ 64787 w 79074"/>
              <a:gd name="connsiteY10" fmla="*/ 254794 h 502444"/>
              <a:gd name="connsiteX11" fmla="*/ 76693 w 79074"/>
              <a:gd name="connsiteY11" fmla="*/ 259557 h 502444"/>
              <a:gd name="connsiteX12" fmla="*/ 79074 w 79074"/>
              <a:gd name="connsiteY12" fmla="*/ 266700 h 502444"/>
              <a:gd name="connsiteX13" fmla="*/ 76693 w 79074"/>
              <a:gd name="connsiteY13" fmla="*/ 288132 h 502444"/>
              <a:gd name="connsiteX14" fmla="*/ 62405 w 79074"/>
              <a:gd name="connsiteY14" fmla="*/ 307182 h 502444"/>
              <a:gd name="connsiteX15" fmla="*/ 52880 w 79074"/>
              <a:gd name="connsiteY15" fmla="*/ 314325 h 502444"/>
              <a:gd name="connsiteX16" fmla="*/ 43355 w 79074"/>
              <a:gd name="connsiteY16" fmla="*/ 323850 h 502444"/>
              <a:gd name="connsiteX17" fmla="*/ 31449 w 79074"/>
              <a:gd name="connsiteY17" fmla="*/ 333375 h 502444"/>
              <a:gd name="connsiteX18" fmla="*/ 21924 w 79074"/>
              <a:gd name="connsiteY18" fmla="*/ 342900 h 502444"/>
              <a:gd name="connsiteX19" fmla="*/ 12399 w 79074"/>
              <a:gd name="connsiteY19" fmla="*/ 357188 h 502444"/>
              <a:gd name="connsiteX20" fmla="*/ 12399 w 79074"/>
              <a:gd name="connsiteY20" fmla="*/ 381000 h 502444"/>
              <a:gd name="connsiteX21" fmla="*/ 21924 w 79074"/>
              <a:gd name="connsiteY21" fmla="*/ 390525 h 502444"/>
              <a:gd name="connsiteX22" fmla="*/ 26687 w 79074"/>
              <a:gd name="connsiteY22" fmla="*/ 397669 h 502444"/>
              <a:gd name="connsiteX23" fmla="*/ 40974 w 79074"/>
              <a:gd name="connsiteY23" fmla="*/ 426244 h 502444"/>
              <a:gd name="connsiteX24" fmla="*/ 45737 w 79074"/>
              <a:gd name="connsiteY24" fmla="*/ 435769 h 502444"/>
              <a:gd name="connsiteX25" fmla="*/ 50499 w 79074"/>
              <a:gd name="connsiteY25" fmla="*/ 442913 h 502444"/>
              <a:gd name="connsiteX26" fmla="*/ 48118 w 79074"/>
              <a:gd name="connsiteY26" fmla="*/ 466725 h 502444"/>
              <a:gd name="connsiteX27" fmla="*/ 38593 w 79074"/>
              <a:gd name="connsiteY27" fmla="*/ 485775 h 502444"/>
              <a:gd name="connsiteX28" fmla="*/ 36212 w 79074"/>
              <a:gd name="connsiteY28" fmla="*/ 502444 h 50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9074" h="502444">
                <a:moveTo>
                  <a:pt x="31449" y="0"/>
                </a:moveTo>
                <a:cubicBezTo>
                  <a:pt x="34624" y="43656"/>
                  <a:pt x="41703" y="87203"/>
                  <a:pt x="40974" y="130969"/>
                </a:cubicBezTo>
                <a:cubicBezTo>
                  <a:pt x="40880" y="136581"/>
                  <a:pt x="32721" y="138614"/>
                  <a:pt x="29068" y="142875"/>
                </a:cubicBezTo>
                <a:cubicBezTo>
                  <a:pt x="23178" y="149747"/>
                  <a:pt x="12399" y="164307"/>
                  <a:pt x="12399" y="164307"/>
                </a:cubicBezTo>
                <a:cubicBezTo>
                  <a:pt x="10812" y="169069"/>
                  <a:pt x="9882" y="174104"/>
                  <a:pt x="7637" y="178594"/>
                </a:cubicBezTo>
                <a:cubicBezTo>
                  <a:pt x="1751" y="190364"/>
                  <a:pt x="3996" y="184751"/>
                  <a:pt x="493" y="195263"/>
                </a:cubicBezTo>
                <a:cubicBezTo>
                  <a:pt x="2014" y="215044"/>
                  <a:pt x="-5438" y="224358"/>
                  <a:pt x="10018" y="230982"/>
                </a:cubicBezTo>
                <a:cubicBezTo>
                  <a:pt x="13026" y="232271"/>
                  <a:pt x="16368" y="232569"/>
                  <a:pt x="19543" y="233363"/>
                </a:cubicBezTo>
                <a:cubicBezTo>
                  <a:pt x="27720" y="238813"/>
                  <a:pt x="30449" y="241059"/>
                  <a:pt x="40974" y="245269"/>
                </a:cubicBezTo>
                <a:cubicBezTo>
                  <a:pt x="48621" y="248328"/>
                  <a:pt x="50702" y="246562"/>
                  <a:pt x="57643" y="250032"/>
                </a:cubicBezTo>
                <a:cubicBezTo>
                  <a:pt x="60203" y="251312"/>
                  <a:pt x="62227" y="253514"/>
                  <a:pt x="64787" y="254794"/>
                </a:cubicBezTo>
                <a:cubicBezTo>
                  <a:pt x="68610" y="256706"/>
                  <a:pt x="72724" y="257969"/>
                  <a:pt x="76693" y="259557"/>
                </a:cubicBezTo>
                <a:cubicBezTo>
                  <a:pt x="77487" y="261938"/>
                  <a:pt x="79074" y="264190"/>
                  <a:pt x="79074" y="266700"/>
                </a:cubicBezTo>
                <a:cubicBezTo>
                  <a:pt x="79074" y="273888"/>
                  <a:pt x="78668" y="281221"/>
                  <a:pt x="76693" y="288132"/>
                </a:cubicBezTo>
                <a:cubicBezTo>
                  <a:pt x="74748" y="294939"/>
                  <a:pt x="67778" y="302577"/>
                  <a:pt x="62405" y="307182"/>
                </a:cubicBezTo>
                <a:cubicBezTo>
                  <a:pt x="59392" y="309765"/>
                  <a:pt x="55867" y="311712"/>
                  <a:pt x="52880" y="314325"/>
                </a:cubicBezTo>
                <a:cubicBezTo>
                  <a:pt x="49501" y="317282"/>
                  <a:pt x="46711" y="320867"/>
                  <a:pt x="43355" y="323850"/>
                </a:cubicBezTo>
                <a:cubicBezTo>
                  <a:pt x="39556" y="327227"/>
                  <a:pt x="35248" y="329998"/>
                  <a:pt x="31449" y="333375"/>
                </a:cubicBezTo>
                <a:cubicBezTo>
                  <a:pt x="28093" y="336358"/>
                  <a:pt x="24729" y="339394"/>
                  <a:pt x="21924" y="342900"/>
                </a:cubicBezTo>
                <a:cubicBezTo>
                  <a:pt x="18348" y="347370"/>
                  <a:pt x="12399" y="357188"/>
                  <a:pt x="12399" y="357188"/>
                </a:cubicBezTo>
                <a:cubicBezTo>
                  <a:pt x="9373" y="366267"/>
                  <a:pt x="7137" y="369425"/>
                  <a:pt x="12399" y="381000"/>
                </a:cubicBezTo>
                <a:cubicBezTo>
                  <a:pt x="14257" y="385088"/>
                  <a:pt x="19002" y="387116"/>
                  <a:pt x="21924" y="390525"/>
                </a:cubicBezTo>
                <a:cubicBezTo>
                  <a:pt x="23787" y="392698"/>
                  <a:pt x="25316" y="395156"/>
                  <a:pt x="26687" y="397669"/>
                </a:cubicBezTo>
                <a:cubicBezTo>
                  <a:pt x="26707" y="397706"/>
                  <a:pt x="38583" y="421463"/>
                  <a:pt x="40974" y="426244"/>
                </a:cubicBezTo>
                <a:cubicBezTo>
                  <a:pt x="42562" y="429419"/>
                  <a:pt x="43768" y="432815"/>
                  <a:pt x="45737" y="435769"/>
                </a:cubicBezTo>
                <a:lnTo>
                  <a:pt x="50499" y="442913"/>
                </a:lnTo>
                <a:cubicBezTo>
                  <a:pt x="49705" y="450850"/>
                  <a:pt x="49682" y="458903"/>
                  <a:pt x="48118" y="466725"/>
                </a:cubicBezTo>
                <a:cubicBezTo>
                  <a:pt x="46454" y="475047"/>
                  <a:pt x="42940" y="479254"/>
                  <a:pt x="38593" y="485775"/>
                </a:cubicBezTo>
                <a:cubicBezTo>
                  <a:pt x="35208" y="495931"/>
                  <a:pt x="36212" y="490409"/>
                  <a:pt x="36212" y="502444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3" name="자유형: 도형 332">
            <a:extLst>
              <a:ext uri="{FF2B5EF4-FFF2-40B4-BE49-F238E27FC236}">
                <a16:creationId xmlns:a16="http://schemas.microsoft.com/office/drawing/2014/main" id="{7EC4B3DC-BA93-4BE2-8B3F-DBC91188D91C}"/>
              </a:ext>
            </a:extLst>
          </p:cNvPr>
          <p:cNvSpPr/>
          <p:nvPr/>
        </p:nvSpPr>
        <p:spPr>
          <a:xfrm>
            <a:off x="5583368" y="7938939"/>
            <a:ext cx="350043" cy="35719"/>
          </a:xfrm>
          <a:custGeom>
            <a:avLst/>
            <a:gdLst>
              <a:gd name="connsiteX0" fmla="*/ 0 w 350043"/>
              <a:gd name="connsiteY0" fmla="*/ 35719 h 35719"/>
              <a:gd name="connsiteX1" fmla="*/ 30956 w 350043"/>
              <a:gd name="connsiteY1" fmla="*/ 19050 h 35719"/>
              <a:gd name="connsiteX2" fmla="*/ 45243 w 350043"/>
              <a:gd name="connsiteY2" fmla="*/ 9525 h 35719"/>
              <a:gd name="connsiteX3" fmla="*/ 52387 w 350043"/>
              <a:gd name="connsiteY3" fmla="*/ 4762 h 35719"/>
              <a:gd name="connsiteX4" fmla="*/ 66675 w 350043"/>
              <a:gd name="connsiteY4" fmla="*/ 0 h 35719"/>
              <a:gd name="connsiteX5" fmla="*/ 102393 w 350043"/>
              <a:gd name="connsiteY5" fmla="*/ 9525 h 35719"/>
              <a:gd name="connsiteX6" fmla="*/ 111918 w 350043"/>
              <a:gd name="connsiteY6" fmla="*/ 14287 h 35719"/>
              <a:gd name="connsiteX7" fmla="*/ 130968 w 350043"/>
              <a:gd name="connsiteY7" fmla="*/ 26194 h 35719"/>
              <a:gd name="connsiteX8" fmla="*/ 147637 w 350043"/>
              <a:gd name="connsiteY8" fmla="*/ 30956 h 35719"/>
              <a:gd name="connsiteX9" fmla="*/ 164306 w 350043"/>
              <a:gd name="connsiteY9" fmla="*/ 26194 h 35719"/>
              <a:gd name="connsiteX10" fmla="*/ 171450 w 350043"/>
              <a:gd name="connsiteY10" fmla="*/ 23812 h 35719"/>
              <a:gd name="connsiteX11" fmla="*/ 178593 w 350043"/>
              <a:gd name="connsiteY11" fmla="*/ 16669 h 35719"/>
              <a:gd name="connsiteX12" fmla="*/ 185737 w 350043"/>
              <a:gd name="connsiteY12" fmla="*/ 14287 h 35719"/>
              <a:gd name="connsiteX13" fmla="*/ 200025 w 350043"/>
              <a:gd name="connsiteY13" fmla="*/ 7144 h 35719"/>
              <a:gd name="connsiteX14" fmla="*/ 238125 w 350043"/>
              <a:gd name="connsiteY14" fmla="*/ 9525 h 35719"/>
              <a:gd name="connsiteX15" fmla="*/ 257175 w 350043"/>
              <a:gd name="connsiteY15" fmla="*/ 19050 h 35719"/>
              <a:gd name="connsiteX16" fmla="*/ 266700 w 350043"/>
              <a:gd name="connsiteY16" fmla="*/ 26194 h 35719"/>
              <a:gd name="connsiteX17" fmla="*/ 273843 w 350043"/>
              <a:gd name="connsiteY17" fmla="*/ 28575 h 35719"/>
              <a:gd name="connsiteX18" fmla="*/ 285750 w 350043"/>
              <a:gd name="connsiteY18" fmla="*/ 23812 h 35719"/>
              <a:gd name="connsiteX19" fmla="*/ 297656 w 350043"/>
              <a:gd name="connsiteY19" fmla="*/ 4762 h 35719"/>
              <a:gd name="connsiteX20" fmla="*/ 323850 w 350043"/>
              <a:gd name="connsiteY20" fmla="*/ 7144 h 35719"/>
              <a:gd name="connsiteX21" fmla="*/ 350043 w 350043"/>
              <a:gd name="connsiteY21" fmla="*/ 9525 h 3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50043" h="35719">
                <a:moveTo>
                  <a:pt x="0" y="35719"/>
                </a:moveTo>
                <a:cubicBezTo>
                  <a:pt x="10768" y="31411"/>
                  <a:pt x="22455" y="27551"/>
                  <a:pt x="30956" y="19050"/>
                </a:cubicBezTo>
                <a:cubicBezTo>
                  <a:pt x="39875" y="10131"/>
                  <a:pt x="34905" y="12971"/>
                  <a:pt x="45243" y="9525"/>
                </a:cubicBezTo>
                <a:cubicBezTo>
                  <a:pt x="47624" y="7937"/>
                  <a:pt x="49772" y="5924"/>
                  <a:pt x="52387" y="4762"/>
                </a:cubicBezTo>
                <a:cubicBezTo>
                  <a:pt x="56975" y="2723"/>
                  <a:pt x="66675" y="0"/>
                  <a:pt x="66675" y="0"/>
                </a:cubicBezTo>
                <a:cubicBezTo>
                  <a:pt x="87999" y="4264"/>
                  <a:pt x="86499" y="2461"/>
                  <a:pt x="102393" y="9525"/>
                </a:cubicBezTo>
                <a:cubicBezTo>
                  <a:pt x="105637" y="10967"/>
                  <a:pt x="108836" y="12526"/>
                  <a:pt x="111918" y="14287"/>
                </a:cubicBezTo>
                <a:cubicBezTo>
                  <a:pt x="125145" y="21845"/>
                  <a:pt x="112998" y="17209"/>
                  <a:pt x="130968" y="26194"/>
                </a:cubicBezTo>
                <a:cubicBezTo>
                  <a:pt x="134383" y="27902"/>
                  <a:pt x="144587" y="30193"/>
                  <a:pt x="147637" y="30956"/>
                </a:cubicBezTo>
                <a:lnTo>
                  <a:pt x="164306" y="26194"/>
                </a:lnTo>
                <a:cubicBezTo>
                  <a:pt x="166710" y="25473"/>
                  <a:pt x="169361" y="25204"/>
                  <a:pt x="171450" y="23812"/>
                </a:cubicBezTo>
                <a:cubicBezTo>
                  <a:pt x="174252" y="21944"/>
                  <a:pt x="175791" y="18537"/>
                  <a:pt x="178593" y="16669"/>
                </a:cubicBezTo>
                <a:cubicBezTo>
                  <a:pt x="180682" y="15277"/>
                  <a:pt x="183492" y="15410"/>
                  <a:pt x="185737" y="14287"/>
                </a:cubicBezTo>
                <a:cubicBezTo>
                  <a:pt x="204195" y="5058"/>
                  <a:pt x="182075" y="13127"/>
                  <a:pt x="200025" y="7144"/>
                </a:cubicBezTo>
                <a:cubicBezTo>
                  <a:pt x="212725" y="7938"/>
                  <a:pt x="225528" y="7726"/>
                  <a:pt x="238125" y="9525"/>
                </a:cubicBezTo>
                <a:cubicBezTo>
                  <a:pt x="244805" y="10479"/>
                  <a:pt x="251754" y="15177"/>
                  <a:pt x="257175" y="19050"/>
                </a:cubicBezTo>
                <a:cubicBezTo>
                  <a:pt x="260404" y="21357"/>
                  <a:pt x="263254" y="24225"/>
                  <a:pt x="266700" y="26194"/>
                </a:cubicBezTo>
                <a:cubicBezTo>
                  <a:pt x="268879" y="27439"/>
                  <a:pt x="271462" y="27781"/>
                  <a:pt x="273843" y="28575"/>
                </a:cubicBezTo>
                <a:cubicBezTo>
                  <a:pt x="277812" y="26987"/>
                  <a:pt x="282376" y="26436"/>
                  <a:pt x="285750" y="23812"/>
                </a:cubicBezTo>
                <a:cubicBezTo>
                  <a:pt x="294486" y="17017"/>
                  <a:pt x="294832" y="13235"/>
                  <a:pt x="297656" y="4762"/>
                </a:cubicBezTo>
                <a:cubicBezTo>
                  <a:pt x="306387" y="5556"/>
                  <a:pt x="315143" y="6119"/>
                  <a:pt x="323850" y="7144"/>
                </a:cubicBezTo>
                <a:cubicBezTo>
                  <a:pt x="349631" y="10177"/>
                  <a:pt x="327079" y="9525"/>
                  <a:pt x="350043" y="952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34" name="표 333">
            <a:extLst>
              <a:ext uri="{FF2B5EF4-FFF2-40B4-BE49-F238E27FC236}">
                <a16:creationId xmlns:a16="http://schemas.microsoft.com/office/drawing/2014/main" id="{526986C1-7BBA-4E76-A153-9919A4F098DC}"/>
              </a:ext>
            </a:extLst>
          </p:cNvPr>
          <p:cNvGraphicFramePr>
            <a:graphicFrameLocks noGrp="1"/>
          </p:cNvGraphicFramePr>
          <p:nvPr/>
        </p:nvGraphicFramePr>
        <p:xfrm>
          <a:off x="6077921" y="8176497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337" name="표 336">
            <a:extLst>
              <a:ext uri="{FF2B5EF4-FFF2-40B4-BE49-F238E27FC236}">
                <a16:creationId xmlns:a16="http://schemas.microsoft.com/office/drawing/2014/main" id="{A5236B82-02F0-4818-A48B-C368E84F3072}"/>
              </a:ext>
            </a:extLst>
          </p:cNvPr>
          <p:cNvGraphicFramePr>
            <a:graphicFrameLocks noGrp="1"/>
          </p:cNvGraphicFramePr>
          <p:nvPr/>
        </p:nvGraphicFramePr>
        <p:xfrm>
          <a:off x="6111997" y="70987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338" name="처리 7">
            <a:extLst>
              <a:ext uri="{FF2B5EF4-FFF2-40B4-BE49-F238E27FC236}">
                <a16:creationId xmlns:a16="http://schemas.microsoft.com/office/drawing/2014/main" id="{A4ED0838-9CF6-4B25-BB73-98441093D102}"/>
              </a:ext>
            </a:extLst>
          </p:cNvPr>
          <p:cNvSpPr/>
          <p:nvPr/>
        </p:nvSpPr>
        <p:spPr>
          <a:xfrm>
            <a:off x="4666615" y="5461663"/>
            <a:ext cx="1542776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GNN Encoder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339" name="화살표: 오른쪽 338">
            <a:extLst>
              <a:ext uri="{FF2B5EF4-FFF2-40B4-BE49-F238E27FC236}">
                <a16:creationId xmlns:a16="http://schemas.microsoft.com/office/drawing/2014/main" id="{E0F185CF-283F-499C-BBEE-A9CC6A017475}"/>
              </a:ext>
            </a:extLst>
          </p:cNvPr>
          <p:cNvSpPr/>
          <p:nvPr/>
        </p:nvSpPr>
        <p:spPr>
          <a:xfrm rot="1941409" flipV="1">
            <a:off x="6825877" y="8345607"/>
            <a:ext cx="392030" cy="3833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0" name="그룹 339">
            <a:extLst>
              <a:ext uri="{FF2B5EF4-FFF2-40B4-BE49-F238E27FC236}">
                <a16:creationId xmlns:a16="http://schemas.microsoft.com/office/drawing/2014/main" id="{64F21D1E-52BA-4F92-A867-A2F38A2215E1}"/>
              </a:ext>
            </a:extLst>
          </p:cNvPr>
          <p:cNvGrpSpPr/>
          <p:nvPr/>
        </p:nvGrpSpPr>
        <p:grpSpPr>
          <a:xfrm>
            <a:off x="9126764" y="4971450"/>
            <a:ext cx="724983" cy="1400402"/>
            <a:chOff x="9508371" y="1783105"/>
            <a:chExt cx="724983" cy="1400402"/>
          </a:xfrm>
        </p:grpSpPr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3141A0D7-04D9-4337-8931-8D7EF02459C2}"/>
                </a:ext>
              </a:extLst>
            </p:cNvPr>
            <p:cNvGrpSpPr/>
            <p:nvPr/>
          </p:nvGrpSpPr>
          <p:grpSpPr>
            <a:xfrm>
              <a:off x="9508371" y="1783105"/>
              <a:ext cx="724983" cy="1400402"/>
              <a:chOff x="9508371" y="1783105"/>
              <a:chExt cx="724983" cy="1400402"/>
            </a:xfrm>
          </p:grpSpPr>
          <p:sp>
            <p:nvSpPr>
              <p:cNvPr id="343" name="사각형: 둥근 모서리 342">
                <a:extLst>
                  <a:ext uri="{FF2B5EF4-FFF2-40B4-BE49-F238E27FC236}">
                    <a16:creationId xmlns:a16="http://schemas.microsoft.com/office/drawing/2014/main" id="{D7A619B6-942D-45D8-9B62-22ACA2A0C694}"/>
                  </a:ext>
                </a:extLst>
              </p:cNvPr>
              <p:cNvSpPr/>
              <p:nvPr/>
            </p:nvSpPr>
            <p:spPr>
              <a:xfrm>
                <a:off x="9508371" y="1783105"/>
                <a:ext cx="724983" cy="140040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4" name="타원 343">
                <a:extLst>
                  <a:ext uri="{FF2B5EF4-FFF2-40B4-BE49-F238E27FC236}">
                    <a16:creationId xmlns:a16="http://schemas.microsoft.com/office/drawing/2014/main" id="{799F9CA7-7887-40C7-BE92-962C20BC1DF1}"/>
                  </a:ext>
                </a:extLst>
              </p:cNvPr>
              <p:cNvSpPr/>
              <p:nvPr/>
            </p:nvSpPr>
            <p:spPr>
              <a:xfrm>
                <a:off x="9603057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5" name="타원 344">
                <a:extLst>
                  <a:ext uri="{FF2B5EF4-FFF2-40B4-BE49-F238E27FC236}">
                    <a16:creationId xmlns:a16="http://schemas.microsoft.com/office/drawing/2014/main" id="{30EE7C54-95C0-4B86-B4B7-D6DBE1CBA7F5}"/>
                  </a:ext>
                </a:extLst>
              </p:cNvPr>
              <p:cNvSpPr/>
              <p:nvPr/>
            </p:nvSpPr>
            <p:spPr>
              <a:xfrm>
                <a:off x="9603057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6" name="타원 345">
                <a:extLst>
                  <a:ext uri="{FF2B5EF4-FFF2-40B4-BE49-F238E27FC236}">
                    <a16:creationId xmlns:a16="http://schemas.microsoft.com/office/drawing/2014/main" id="{9D644193-BA5F-424F-8436-DE3330614A6B}"/>
                  </a:ext>
                </a:extLst>
              </p:cNvPr>
              <p:cNvSpPr/>
              <p:nvPr/>
            </p:nvSpPr>
            <p:spPr>
              <a:xfrm>
                <a:off x="9603057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7" name="타원 346">
                <a:extLst>
                  <a:ext uri="{FF2B5EF4-FFF2-40B4-BE49-F238E27FC236}">
                    <a16:creationId xmlns:a16="http://schemas.microsoft.com/office/drawing/2014/main" id="{2074991C-822D-40E0-A38A-FE22AD4D7E53}"/>
                  </a:ext>
                </a:extLst>
              </p:cNvPr>
              <p:cNvSpPr/>
              <p:nvPr/>
            </p:nvSpPr>
            <p:spPr>
              <a:xfrm>
                <a:off x="9603057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8" name="타원 347">
                <a:extLst>
                  <a:ext uri="{FF2B5EF4-FFF2-40B4-BE49-F238E27FC236}">
                    <a16:creationId xmlns:a16="http://schemas.microsoft.com/office/drawing/2014/main" id="{0D2B6C45-1A1D-4D73-B337-2D0E1031AF4B}"/>
                  </a:ext>
                </a:extLst>
              </p:cNvPr>
              <p:cNvSpPr/>
              <p:nvPr/>
            </p:nvSpPr>
            <p:spPr>
              <a:xfrm>
                <a:off x="9985778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9" name="타원 348">
                <a:extLst>
                  <a:ext uri="{FF2B5EF4-FFF2-40B4-BE49-F238E27FC236}">
                    <a16:creationId xmlns:a16="http://schemas.microsoft.com/office/drawing/2014/main" id="{9E5988D6-1D19-4332-9773-D299BCAB0173}"/>
                  </a:ext>
                </a:extLst>
              </p:cNvPr>
              <p:cNvSpPr/>
              <p:nvPr/>
            </p:nvSpPr>
            <p:spPr>
              <a:xfrm>
                <a:off x="9985778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0" name="타원 349">
                <a:extLst>
                  <a:ext uri="{FF2B5EF4-FFF2-40B4-BE49-F238E27FC236}">
                    <a16:creationId xmlns:a16="http://schemas.microsoft.com/office/drawing/2014/main" id="{82EF2FD8-2BC1-4EB4-A7C4-5755A6F154BE}"/>
                  </a:ext>
                </a:extLst>
              </p:cNvPr>
              <p:cNvSpPr/>
              <p:nvPr/>
            </p:nvSpPr>
            <p:spPr>
              <a:xfrm>
                <a:off x="9985778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1" name="타원 350">
                <a:extLst>
                  <a:ext uri="{FF2B5EF4-FFF2-40B4-BE49-F238E27FC236}">
                    <a16:creationId xmlns:a16="http://schemas.microsoft.com/office/drawing/2014/main" id="{F4FF169B-FBAB-427F-B547-3267EF80C819}"/>
                  </a:ext>
                </a:extLst>
              </p:cNvPr>
              <p:cNvSpPr/>
              <p:nvPr/>
            </p:nvSpPr>
            <p:spPr>
              <a:xfrm>
                <a:off x="9985778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2" name="직선 연결선 351">
                <a:extLst>
                  <a:ext uri="{FF2B5EF4-FFF2-40B4-BE49-F238E27FC236}">
                    <a16:creationId xmlns:a16="http://schemas.microsoft.com/office/drawing/2014/main" id="{1E22AA72-D1E3-46C1-A27A-844C48CDF7B4}"/>
                  </a:ext>
                </a:extLst>
              </p:cNvPr>
              <p:cNvCxnSpPr>
                <a:stCxn id="344" idx="6"/>
                <a:endCxn id="348" idx="2"/>
              </p:cNvCxnSpPr>
              <p:nvPr/>
            </p:nvCxnSpPr>
            <p:spPr>
              <a:xfrm>
                <a:off x="9767888" y="2038912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직선 연결선 352">
                <a:extLst>
                  <a:ext uri="{FF2B5EF4-FFF2-40B4-BE49-F238E27FC236}">
                    <a16:creationId xmlns:a16="http://schemas.microsoft.com/office/drawing/2014/main" id="{7EBD4F01-2E9B-4EF4-9B6F-CB6104B68872}"/>
                  </a:ext>
                </a:extLst>
              </p:cNvPr>
              <p:cNvCxnSpPr>
                <a:cxnSpLocks/>
                <a:stCxn id="345" idx="6"/>
                <a:endCxn id="349" idx="2"/>
              </p:cNvCxnSpPr>
              <p:nvPr/>
            </p:nvCxnSpPr>
            <p:spPr>
              <a:xfrm>
                <a:off x="9767888" y="2350658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직선 연결선 353">
                <a:extLst>
                  <a:ext uri="{FF2B5EF4-FFF2-40B4-BE49-F238E27FC236}">
                    <a16:creationId xmlns:a16="http://schemas.microsoft.com/office/drawing/2014/main" id="{C3D958C0-844D-4597-B480-923A79BC39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662404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직선 연결선 354">
                <a:extLst>
                  <a:ext uri="{FF2B5EF4-FFF2-40B4-BE49-F238E27FC236}">
                    <a16:creationId xmlns:a16="http://schemas.microsoft.com/office/drawing/2014/main" id="{E308309D-684B-49CE-A9C1-70E0479FEA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974150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직선 연결선 355">
                <a:extLst>
                  <a:ext uri="{FF2B5EF4-FFF2-40B4-BE49-F238E27FC236}">
                    <a16:creationId xmlns:a16="http://schemas.microsoft.com/office/drawing/2014/main" id="{538B3F59-AFB1-46E1-9759-137CB748C42C}"/>
                  </a:ext>
                </a:extLst>
              </p:cNvPr>
              <p:cNvCxnSpPr>
                <a:cxnSpLocks/>
                <a:stCxn id="344" idx="5"/>
                <a:endCxn id="351" idx="1"/>
              </p:cNvCxnSpPr>
              <p:nvPr/>
            </p:nvCxnSpPr>
            <p:spPr>
              <a:xfrm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직선 연결선 356">
                <a:extLst>
                  <a:ext uri="{FF2B5EF4-FFF2-40B4-BE49-F238E27FC236}">
                    <a16:creationId xmlns:a16="http://schemas.microsoft.com/office/drawing/2014/main" id="{2EF0C2C7-F020-424D-B76A-5608F90D8514}"/>
                  </a:ext>
                </a:extLst>
              </p:cNvPr>
              <p:cNvCxnSpPr>
                <a:cxnSpLocks/>
                <a:stCxn id="347" idx="7"/>
                <a:endCxn id="348" idx="3"/>
              </p:cNvCxnSpPr>
              <p:nvPr/>
            </p:nvCxnSpPr>
            <p:spPr>
              <a:xfrm flipV="1"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직선 연결선 357">
                <a:extLst>
                  <a:ext uri="{FF2B5EF4-FFF2-40B4-BE49-F238E27FC236}">
                    <a16:creationId xmlns:a16="http://schemas.microsoft.com/office/drawing/2014/main" id="{4323A0C9-89E8-4076-9F36-9D9B7421AED6}"/>
                  </a:ext>
                </a:extLst>
              </p:cNvPr>
              <p:cNvCxnSpPr>
                <a:cxnSpLocks/>
                <a:stCxn id="349" idx="3"/>
                <a:endCxn id="346" idx="7"/>
              </p:cNvCxnSpPr>
              <p:nvPr/>
            </p:nvCxnSpPr>
            <p:spPr>
              <a:xfrm flipH="1"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직선 연결선 358">
                <a:extLst>
                  <a:ext uri="{FF2B5EF4-FFF2-40B4-BE49-F238E27FC236}">
                    <a16:creationId xmlns:a16="http://schemas.microsoft.com/office/drawing/2014/main" id="{882BF986-41C1-49DD-8723-12527C5375E1}"/>
                  </a:ext>
                </a:extLst>
              </p:cNvPr>
              <p:cNvCxnSpPr>
                <a:cxnSpLocks/>
                <a:stCxn id="345" idx="5"/>
                <a:endCxn id="350" idx="1"/>
              </p:cNvCxnSpPr>
              <p:nvPr/>
            </p:nvCxnSpPr>
            <p:spPr>
              <a:xfrm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직선 연결선 359">
                <a:extLst>
                  <a:ext uri="{FF2B5EF4-FFF2-40B4-BE49-F238E27FC236}">
                    <a16:creationId xmlns:a16="http://schemas.microsoft.com/office/drawing/2014/main" id="{D8BFFA66-2C51-4DDC-8609-2419F9C31F56}"/>
                  </a:ext>
                </a:extLst>
              </p:cNvPr>
              <p:cNvCxnSpPr>
                <a:cxnSpLocks/>
                <a:stCxn id="351" idx="1"/>
                <a:endCxn id="346" idx="5"/>
              </p:cNvCxnSpPr>
              <p:nvPr/>
            </p:nvCxnSpPr>
            <p:spPr>
              <a:xfrm flipH="1" flipV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직선 연결선 360">
                <a:extLst>
                  <a:ext uri="{FF2B5EF4-FFF2-40B4-BE49-F238E27FC236}">
                    <a16:creationId xmlns:a16="http://schemas.microsoft.com/office/drawing/2014/main" id="{8891C17D-58A6-47AB-A743-172CFEF6ACA3}"/>
                  </a:ext>
                </a:extLst>
              </p:cNvPr>
              <p:cNvCxnSpPr>
                <a:cxnSpLocks/>
                <a:stCxn id="350" idx="3"/>
                <a:endCxn id="347" idx="7"/>
              </p:cNvCxnSpPr>
              <p:nvPr/>
            </p:nvCxnSpPr>
            <p:spPr>
              <a:xfrm flipH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직선 연결선 361">
                <a:extLst>
                  <a:ext uri="{FF2B5EF4-FFF2-40B4-BE49-F238E27FC236}">
                    <a16:creationId xmlns:a16="http://schemas.microsoft.com/office/drawing/2014/main" id="{2D1B255D-C4F0-4737-A000-4C6434059917}"/>
                  </a:ext>
                </a:extLst>
              </p:cNvPr>
              <p:cNvCxnSpPr>
                <a:cxnSpLocks/>
                <a:stCxn id="349" idx="1"/>
                <a:endCxn id="344" idx="5"/>
              </p:cNvCxnSpPr>
              <p:nvPr/>
            </p:nvCxnSpPr>
            <p:spPr>
              <a:xfrm flipH="1" flipV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직선 연결선 362">
                <a:extLst>
                  <a:ext uri="{FF2B5EF4-FFF2-40B4-BE49-F238E27FC236}">
                    <a16:creationId xmlns:a16="http://schemas.microsoft.com/office/drawing/2014/main" id="{66AF175E-02A3-4559-892F-98BFB42243C2}"/>
                  </a:ext>
                </a:extLst>
              </p:cNvPr>
              <p:cNvCxnSpPr>
                <a:cxnSpLocks/>
                <a:stCxn id="348" idx="3"/>
                <a:endCxn id="345" idx="7"/>
              </p:cNvCxnSpPr>
              <p:nvPr/>
            </p:nvCxnSpPr>
            <p:spPr>
              <a:xfrm flipH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2" name="처리 7">
              <a:extLst>
                <a:ext uri="{FF2B5EF4-FFF2-40B4-BE49-F238E27FC236}">
                  <a16:creationId xmlns:a16="http://schemas.microsoft.com/office/drawing/2014/main" id="{94FA4E2A-EC68-4AC7-A5FF-3F50462743B6}"/>
                </a:ext>
              </a:extLst>
            </p:cNvPr>
            <p:cNvSpPr/>
            <p:nvPr/>
          </p:nvSpPr>
          <p:spPr>
            <a:xfrm>
              <a:off x="9562427" y="2327029"/>
              <a:ext cx="618366" cy="322997"/>
            </a:xfrm>
            <a:prstGeom prst="flowChartProcess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MLP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grpSp>
        <p:nvGrpSpPr>
          <p:cNvPr id="364" name="그룹 363">
            <a:extLst>
              <a:ext uri="{FF2B5EF4-FFF2-40B4-BE49-F238E27FC236}">
                <a16:creationId xmlns:a16="http://schemas.microsoft.com/office/drawing/2014/main" id="{6BCB334B-7CD9-405B-A5CA-4D1CB81E2C85}"/>
              </a:ext>
            </a:extLst>
          </p:cNvPr>
          <p:cNvGrpSpPr/>
          <p:nvPr/>
        </p:nvGrpSpPr>
        <p:grpSpPr>
          <a:xfrm>
            <a:off x="9126764" y="7942446"/>
            <a:ext cx="724983" cy="1400402"/>
            <a:chOff x="9508371" y="1783105"/>
            <a:chExt cx="724983" cy="1400402"/>
          </a:xfrm>
        </p:grpSpPr>
        <p:grpSp>
          <p:nvGrpSpPr>
            <p:cNvPr id="365" name="그룹 364">
              <a:extLst>
                <a:ext uri="{FF2B5EF4-FFF2-40B4-BE49-F238E27FC236}">
                  <a16:creationId xmlns:a16="http://schemas.microsoft.com/office/drawing/2014/main" id="{2AF340B4-5370-4D52-AFFA-59AD31B8D8D9}"/>
                </a:ext>
              </a:extLst>
            </p:cNvPr>
            <p:cNvGrpSpPr/>
            <p:nvPr/>
          </p:nvGrpSpPr>
          <p:grpSpPr>
            <a:xfrm>
              <a:off x="9508371" y="1783105"/>
              <a:ext cx="724983" cy="1400402"/>
              <a:chOff x="9508371" y="1783105"/>
              <a:chExt cx="724983" cy="1400402"/>
            </a:xfrm>
          </p:grpSpPr>
          <p:sp>
            <p:nvSpPr>
              <p:cNvPr id="367" name="사각형: 둥근 모서리 366">
                <a:extLst>
                  <a:ext uri="{FF2B5EF4-FFF2-40B4-BE49-F238E27FC236}">
                    <a16:creationId xmlns:a16="http://schemas.microsoft.com/office/drawing/2014/main" id="{AE837E7D-813C-4342-AF1E-D9A8F15BB338}"/>
                  </a:ext>
                </a:extLst>
              </p:cNvPr>
              <p:cNvSpPr/>
              <p:nvPr/>
            </p:nvSpPr>
            <p:spPr>
              <a:xfrm>
                <a:off x="9508371" y="1783105"/>
                <a:ext cx="724983" cy="140040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8" name="타원 367">
                <a:extLst>
                  <a:ext uri="{FF2B5EF4-FFF2-40B4-BE49-F238E27FC236}">
                    <a16:creationId xmlns:a16="http://schemas.microsoft.com/office/drawing/2014/main" id="{6F4EF51D-46EB-46B9-83AE-437239CD2CC6}"/>
                  </a:ext>
                </a:extLst>
              </p:cNvPr>
              <p:cNvSpPr/>
              <p:nvPr/>
            </p:nvSpPr>
            <p:spPr>
              <a:xfrm>
                <a:off x="9603057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9" name="타원 368">
                <a:extLst>
                  <a:ext uri="{FF2B5EF4-FFF2-40B4-BE49-F238E27FC236}">
                    <a16:creationId xmlns:a16="http://schemas.microsoft.com/office/drawing/2014/main" id="{7014599D-E0A7-4221-804F-08864EE20BD4}"/>
                  </a:ext>
                </a:extLst>
              </p:cNvPr>
              <p:cNvSpPr/>
              <p:nvPr/>
            </p:nvSpPr>
            <p:spPr>
              <a:xfrm>
                <a:off x="9603057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0" name="타원 369">
                <a:extLst>
                  <a:ext uri="{FF2B5EF4-FFF2-40B4-BE49-F238E27FC236}">
                    <a16:creationId xmlns:a16="http://schemas.microsoft.com/office/drawing/2014/main" id="{C2B470FE-0E7E-409E-9A77-F8F0F307C31B}"/>
                  </a:ext>
                </a:extLst>
              </p:cNvPr>
              <p:cNvSpPr/>
              <p:nvPr/>
            </p:nvSpPr>
            <p:spPr>
              <a:xfrm>
                <a:off x="9603057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1" name="타원 370">
                <a:extLst>
                  <a:ext uri="{FF2B5EF4-FFF2-40B4-BE49-F238E27FC236}">
                    <a16:creationId xmlns:a16="http://schemas.microsoft.com/office/drawing/2014/main" id="{0A67B3EF-52A6-4896-A438-0930C5BECD30}"/>
                  </a:ext>
                </a:extLst>
              </p:cNvPr>
              <p:cNvSpPr/>
              <p:nvPr/>
            </p:nvSpPr>
            <p:spPr>
              <a:xfrm>
                <a:off x="9603057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2" name="타원 371">
                <a:extLst>
                  <a:ext uri="{FF2B5EF4-FFF2-40B4-BE49-F238E27FC236}">
                    <a16:creationId xmlns:a16="http://schemas.microsoft.com/office/drawing/2014/main" id="{E9EA6512-4A62-4218-9D69-C30B19EA5480}"/>
                  </a:ext>
                </a:extLst>
              </p:cNvPr>
              <p:cNvSpPr/>
              <p:nvPr/>
            </p:nvSpPr>
            <p:spPr>
              <a:xfrm>
                <a:off x="9985778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3" name="타원 372">
                <a:extLst>
                  <a:ext uri="{FF2B5EF4-FFF2-40B4-BE49-F238E27FC236}">
                    <a16:creationId xmlns:a16="http://schemas.microsoft.com/office/drawing/2014/main" id="{1704491C-15AC-47C3-B011-A4971153A2D3}"/>
                  </a:ext>
                </a:extLst>
              </p:cNvPr>
              <p:cNvSpPr/>
              <p:nvPr/>
            </p:nvSpPr>
            <p:spPr>
              <a:xfrm>
                <a:off x="9985778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4" name="타원 373">
                <a:extLst>
                  <a:ext uri="{FF2B5EF4-FFF2-40B4-BE49-F238E27FC236}">
                    <a16:creationId xmlns:a16="http://schemas.microsoft.com/office/drawing/2014/main" id="{524781FF-0211-4238-A481-8FC2C62E2BA7}"/>
                  </a:ext>
                </a:extLst>
              </p:cNvPr>
              <p:cNvSpPr/>
              <p:nvPr/>
            </p:nvSpPr>
            <p:spPr>
              <a:xfrm>
                <a:off x="9985778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5" name="타원 374">
                <a:extLst>
                  <a:ext uri="{FF2B5EF4-FFF2-40B4-BE49-F238E27FC236}">
                    <a16:creationId xmlns:a16="http://schemas.microsoft.com/office/drawing/2014/main" id="{3BCBE6A3-3203-4741-8F06-24A74DF2F50D}"/>
                  </a:ext>
                </a:extLst>
              </p:cNvPr>
              <p:cNvSpPr/>
              <p:nvPr/>
            </p:nvSpPr>
            <p:spPr>
              <a:xfrm>
                <a:off x="9985778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76" name="직선 연결선 375">
                <a:extLst>
                  <a:ext uri="{FF2B5EF4-FFF2-40B4-BE49-F238E27FC236}">
                    <a16:creationId xmlns:a16="http://schemas.microsoft.com/office/drawing/2014/main" id="{08DE13C2-D123-4E55-86A0-405E5E2851C0}"/>
                  </a:ext>
                </a:extLst>
              </p:cNvPr>
              <p:cNvCxnSpPr>
                <a:stCxn id="368" idx="6"/>
                <a:endCxn id="372" idx="2"/>
              </p:cNvCxnSpPr>
              <p:nvPr/>
            </p:nvCxnSpPr>
            <p:spPr>
              <a:xfrm>
                <a:off x="9767888" y="2038912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직선 연결선 376">
                <a:extLst>
                  <a:ext uri="{FF2B5EF4-FFF2-40B4-BE49-F238E27FC236}">
                    <a16:creationId xmlns:a16="http://schemas.microsoft.com/office/drawing/2014/main" id="{5095E0ED-9EDE-49E7-AF24-B95419718D81}"/>
                  </a:ext>
                </a:extLst>
              </p:cNvPr>
              <p:cNvCxnSpPr>
                <a:cxnSpLocks/>
                <a:stCxn id="369" idx="6"/>
                <a:endCxn id="373" idx="2"/>
              </p:cNvCxnSpPr>
              <p:nvPr/>
            </p:nvCxnSpPr>
            <p:spPr>
              <a:xfrm>
                <a:off x="9767888" y="2350658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직선 연결선 377">
                <a:extLst>
                  <a:ext uri="{FF2B5EF4-FFF2-40B4-BE49-F238E27FC236}">
                    <a16:creationId xmlns:a16="http://schemas.microsoft.com/office/drawing/2014/main" id="{E1D166C9-5EBA-41EA-B6FE-42FA158403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662404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직선 연결선 378">
                <a:extLst>
                  <a:ext uri="{FF2B5EF4-FFF2-40B4-BE49-F238E27FC236}">
                    <a16:creationId xmlns:a16="http://schemas.microsoft.com/office/drawing/2014/main" id="{6060947A-2978-498C-A04B-5579DFC34A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974150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직선 연결선 379">
                <a:extLst>
                  <a:ext uri="{FF2B5EF4-FFF2-40B4-BE49-F238E27FC236}">
                    <a16:creationId xmlns:a16="http://schemas.microsoft.com/office/drawing/2014/main" id="{8BFF763D-C4F0-4A66-A4DB-A4B7B2E6D50B}"/>
                  </a:ext>
                </a:extLst>
              </p:cNvPr>
              <p:cNvCxnSpPr>
                <a:cxnSpLocks/>
                <a:stCxn id="368" idx="5"/>
                <a:endCxn id="375" idx="1"/>
              </p:cNvCxnSpPr>
              <p:nvPr/>
            </p:nvCxnSpPr>
            <p:spPr>
              <a:xfrm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직선 연결선 380">
                <a:extLst>
                  <a:ext uri="{FF2B5EF4-FFF2-40B4-BE49-F238E27FC236}">
                    <a16:creationId xmlns:a16="http://schemas.microsoft.com/office/drawing/2014/main" id="{21942F05-FE0F-4391-9588-6003C86765EF}"/>
                  </a:ext>
                </a:extLst>
              </p:cNvPr>
              <p:cNvCxnSpPr>
                <a:cxnSpLocks/>
                <a:stCxn id="371" idx="7"/>
                <a:endCxn id="372" idx="3"/>
              </p:cNvCxnSpPr>
              <p:nvPr/>
            </p:nvCxnSpPr>
            <p:spPr>
              <a:xfrm flipV="1"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직선 연결선 381">
                <a:extLst>
                  <a:ext uri="{FF2B5EF4-FFF2-40B4-BE49-F238E27FC236}">
                    <a16:creationId xmlns:a16="http://schemas.microsoft.com/office/drawing/2014/main" id="{9F06515C-0077-4199-99CB-0CE45937124B}"/>
                  </a:ext>
                </a:extLst>
              </p:cNvPr>
              <p:cNvCxnSpPr>
                <a:cxnSpLocks/>
                <a:stCxn id="373" idx="3"/>
                <a:endCxn id="370" idx="7"/>
              </p:cNvCxnSpPr>
              <p:nvPr/>
            </p:nvCxnSpPr>
            <p:spPr>
              <a:xfrm flipH="1"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직선 연결선 382">
                <a:extLst>
                  <a:ext uri="{FF2B5EF4-FFF2-40B4-BE49-F238E27FC236}">
                    <a16:creationId xmlns:a16="http://schemas.microsoft.com/office/drawing/2014/main" id="{E3EF2B5F-781E-43D1-85CB-DA508B82EB0B}"/>
                  </a:ext>
                </a:extLst>
              </p:cNvPr>
              <p:cNvCxnSpPr>
                <a:cxnSpLocks/>
                <a:stCxn id="369" idx="5"/>
                <a:endCxn id="374" idx="1"/>
              </p:cNvCxnSpPr>
              <p:nvPr/>
            </p:nvCxnSpPr>
            <p:spPr>
              <a:xfrm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직선 연결선 383">
                <a:extLst>
                  <a:ext uri="{FF2B5EF4-FFF2-40B4-BE49-F238E27FC236}">
                    <a16:creationId xmlns:a16="http://schemas.microsoft.com/office/drawing/2014/main" id="{21C864D3-4A20-4DB6-9981-E37946B50AD8}"/>
                  </a:ext>
                </a:extLst>
              </p:cNvPr>
              <p:cNvCxnSpPr>
                <a:cxnSpLocks/>
                <a:stCxn id="375" idx="1"/>
                <a:endCxn id="370" idx="5"/>
              </p:cNvCxnSpPr>
              <p:nvPr/>
            </p:nvCxnSpPr>
            <p:spPr>
              <a:xfrm flipH="1" flipV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직선 연결선 384">
                <a:extLst>
                  <a:ext uri="{FF2B5EF4-FFF2-40B4-BE49-F238E27FC236}">
                    <a16:creationId xmlns:a16="http://schemas.microsoft.com/office/drawing/2014/main" id="{1EDF8E68-0B76-4DB6-9E00-E413A9759556}"/>
                  </a:ext>
                </a:extLst>
              </p:cNvPr>
              <p:cNvCxnSpPr>
                <a:cxnSpLocks/>
                <a:stCxn id="374" idx="3"/>
                <a:endCxn id="371" idx="7"/>
              </p:cNvCxnSpPr>
              <p:nvPr/>
            </p:nvCxnSpPr>
            <p:spPr>
              <a:xfrm flipH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직선 연결선 385">
                <a:extLst>
                  <a:ext uri="{FF2B5EF4-FFF2-40B4-BE49-F238E27FC236}">
                    <a16:creationId xmlns:a16="http://schemas.microsoft.com/office/drawing/2014/main" id="{7BFDEEB1-EA81-47DC-82A1-82FF2BD6B4DE}"/>
                  </a:ext>
                </a:extLst>
              </p:cNvPr>
              <p:cNvCxnSpPr>
                <a:cxnSpLocks/>
                <a:stCxn id="373" idx="1"/>
                <a:endCxn id="368" idx="5"/>
              </p:cNvCxnSpPr>
              <p:nvPr/>
            </p:nvCxnSpPr>
            <p:spPr>
              <a:xfrm flipH="1" flipV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직선 연결선 386">
                <a:extLst>
                  <a:ext uri="{FF2B5EF4-FFF2-40B4-BE49-F238E27FC236}">
                    <a16:creationId xmlns:a16="http://schemas.microsoft.com/office/drawing/2014/main" id="{4B520A63-1C9F-42D8-B84D-D3D7D5116E7E}"/>
                  </a:ext>
                </a:extLst>
              </p:cNvPr>
              <p:cNvCxnSpPr>
                <a:cxnSpLocks/>
                <a:stCxn id="372" idx="3"/>
                <a:endCxn id="369" idx="7"/>
              </p:cNvCxnSpPr>
              <p:nvPr/>
            </p:nvCxnSpPr>
            <p:spPr>
              <a:xfrm flipH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6" name="처리 7">
              <a:extLst>
                <a:ext uri="{FF2B5EF4-FFF2-40B4-BE49-F238E27FC236}">
                  <a16:creationId xmlns:a16="http://schemas.microsoft.com/office/drawing/2014/main" id="{4912F019-F945-46A3-A208-028680B04FA9}"/>
                </a:ext>
              </a:extLst>
            </p:cNvPr>
            <p:cNvSpPr/>
            <p:nvPr/>
          </p:nvSpPr>
          <p:spPr>
            <a:xfrm>
              <a:off x="9562427" y="2327029"/>
              <a:ext cx="618366" cy="322997"/>
            </a:xfrm>
            <a:prstGeom prst="flowChartProcess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>
                  <a:solidFill>
                    <a:schemeClr val="dk1"/>
                  </a:solidFill>
                  <a:latin typeface="+mj-lt"/>
                </a:rPr>
                <a:t>MLP</a:t>
              </a:r>
              <a:endParaRPr kumimoji="1" lang="ko-KR" altLang="en-US" sz="1400" b="1" dirty="0">
                <a:solidFill>
                  <a:schemeClr val="dk1"/>
                </a:solidFill>
                <a:latin typeface="+mj-lt"/>
              </a:endParaRPr>
            </a:p>
          </p:txBody>
        </p:sp>
      </p:grpSp>
      <p:cxnSp>
        <p:nvCxnSpPr>
          <p:cNvPr id="388" name="직선 화살표 연결선 387">
            <a:extLst>
              <a:ext uri="{FF2B5EF4-FFF2-40B4-BE49-F238E27FC236}">
                <a16:creationId xmlns:a16="http://schemas.microsoft.com/office/drawing/2014/main" id="{1B5BA60D-F28D-48A5-A01D-8E1CD2F44316}"/>
              </a:ext>
            </a:extLst>
          </p:cNvPr>
          <p:cNvCxnSpPr>
            <a:cxnSpLocks/>
            <a:stCxn id="281" idx="3"/>
            <a:endCxn id="343" idx="1"/>
          </p:cNvCxnSpPr>
          <p:nvPr/>
        </p:nvCxnSpPr>
        <p:spPr>
          <a:xfrm>
            <a:off x="8941802" y="5671651"/>
            <a:ext cx="1849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9" name="직선 화살표 연결선 388">
            <a:extLst>
              <a:ext uri="{FF2B5EF4-FFF2-40B4-BE49-F238E27FC236}">
                <a16:creationId xmlns:a16="http://schemas.microsoft.com/office/drawing/2014/main" id="{7F6CD1E5-EC2D-4FFF-B64D-1D92D6B9726E}"/>
              </a:ext>
            </a:extLst>
          </p:cNvPr>
          <p:cNvCxnSpPr>
            <a:cxnSpLocks/>
            <a:stCxn id="287" idx="3"/>
            <a:endCxn id="367" idx="1"/>
          </p:cNvCxnSpPr>
          <p:nvPr/>
        </p:nvCxnSpPr>
        <p:spPr>
          <a:xfrm>
            <a:off x="8941802" y="8642647"/>
            <a:ext cx="1849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0" name="직선 화살표 연결선 389">
            <a:extLst>
              <a:ext uri="{FF2B5EF4-FFF2-40B4-BE49-F238E27FC236}">
                <a16:creationId xmlns:a16="http://schemas.microsoft.com/office/drawing/2014/main" id="{85C97210-52F0-433D-BE75-452AAA237BD6}"/>
              </a:ext>
            </a:extLst>
          </p:cNvPr>
          <p:cNvCxnSpPr>
            <a:cxnSpLocks/>
            <a:stCxn id="343" idx="3"/>
            <a:endCxn id="392" idx="1"/>
          </p:cNvCxnSpPr>
          <p:nvPr/>
        </p:nvCxnSpPr>
        <p:spPr>
          <a:xfrm>
            <a:off x="9851747" y="5671651"/>
            <a:ext cx="210031" cy="5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5BC83C0D-7863-4D48-BBC8-8F07A98DE1D6}"/>
              </a:ext>
            </a:extLst>
          </p:cNvPr>
          <p:cNvCxnSpPr>
            <a:cxnSpLocks/>
            <a:stCxn id="367" idx="3"/>
          </p:cNvCxnSpPr>
          <p:nvPr/>
        </p:nvCxnSpPr>
        <p:spPr>
          <a:xfrm>
            <a:off x="9851747" y="8642647"/>
            <a:ext cx="1351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2" name="처리 7">
            <a:extLst>
              <a:ext uri="{FF2B5EF4-FFF2-40B4-BE49-F238E27FC236}">
                <a16:creationId xmlns:a16="http://schemas.microsoft.com/office/drawing/2014/main" id="{B30543B6-4B52-46B2-BA84-31B5D2792679}"/>
              </a:ext>
            </a:extLst>
          </p:cNvPr>
          <p:cNvSpPr/>
          <p:nvPr/>
        </p:nvSpPr>
        <p:spPr>
          <a:xfrm>
            <a:off x="10061778" y="5515374"/>
            <a:ext cx="1248692" cy="322997"/>
          </a:xfrm>
          <a:prstGeom prst="flowChartProcess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Preference</a:t>
            </a:r>
          </a:p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score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393" name="처리 7">
            <a:extLst>
              <a:ext uri="{FF2B5EF4-FFF2-40B4-BE49-F238E27FC236}">
                <a16:creationId xmlns:a16="http://schemas.microsoft.com/office/drawing/2014/main" id="{04C08C0E-13D1-4FF5-8337-6A4CC359A0CF}"/>
              </a:ext>
            </a:extLst>
          </p:cNvPr>
          <p:cNvSpPr/>
          <p:nvPr/>
        </p:nvSpPr>
        <p:spPr>
          <a:xfrm>
            <a:off x="10061778" y="8480050"/>
            <a:ext cx="1248692" cy="322997"/>
          </a:xfrm>
          <a:prstGeom prst="flowChartProcess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Combination</a:t>
            </a:r>
          </a:p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score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71A43C51-8002-4123-B6FF-97B52FBFD1B6}"/>
              </a:ext>
            </a:extLst>
          </p:cNvPr>
          <p:cNvSpPr/>
          <p:nvPr/>
        </p:nvSpPr>
        <p:spPr>
          <a:xfrm>
            <a:off x="4088154" y="1830071"/>
            <a:ext cx="2699699" cy="31302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5" name="처리 7">
            <a:extLst>
              <a:ext uri="{FF2B5EF4-FFF2-40B4-BE49-F238E27FC236}">
                <a16:creationId xmlns:a16="http://schemas.microsoft.com/office/drawing/2014/main" id="{2CCA275A-56CE-427B-8A29-82CE9E02015C}"/>
              </a:ext>
            </a:extLst>
          </p:cNvPr>
          <p:cNvSpPr/>
          <p:nvPr/>
        </p:nvSpPr>
        <p:spPr>
          <a:xfrm>
            <a:off x="4432300" y="1676825"/>
            <a:ext cx="2011406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>
                <a:solidFill>
                  <a:schemeClr val="dk1"/>
                </a:solidFill>
                <a:latin typeface="+mj-lt"/>
              </a:rPr>
              <a:t>권장 섭취 기준 산출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396" name="직사각형 395">
            <a:extLst>
              <a:ext uri="{FF2B5EF4-FFF2-40B4-BE49-F238E27FC236}">
                <a16:creationId xmlns:a16="http://schemas.microsoft.com/office/drawing/2014/main" id="{1BE5DFC6-4FAB-4EFB-89D8-95EA42050E5F}"/>
              </a:ext>
            </a:extLst>
          </p:cNvPr>
          <p:cNvSpPr/>
          <p:nvPr/>
        </p:nvSpPr>
        <p:spPr>
          <a:xfrm>
            <a:off x="7289441" y="1830072"/>
            <a:ext cx="4118295" cy="21448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7" name="처리 7">
            <a:extLst>
              <a:ext uri="{FF2B5EF4-FFF2-40B4-BE49-F238E27FC236}">
                <a16:creationId xmlns:a16="http://schemas.microsoft.com/office/drawing/2014/main" id="{03FF4D92-FD8A-4CB6-B3AF-4FC61A88C988}"/>
              </a:ext>
            </a:extLst>
          </p:cNvPr>
          <p:cNvSpPr/>
          <p:nvPr/>
        </p:nvSpPr>
        <p:spPr>
          <a:xfrm>
            <a:off x="8173255" y="1676825"/>
            <a:ext cx="2261220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Healthy Score calculator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398" name="타원 397">
            <a:extLst>
              <a:ext uri="{FF2B5EF4-FFF2-40B4-BE49-F238E27FC236}">
                <a16:creationId xmlns:a16="http://schemas.microsoft.com/office/drawing/2014/main" id="{80062F58-6212-4D42-9948-C160E8A25EF3}"/>
              </a:ext>
            </a:extLst>
          </p:cNvPr>
          <p:cNvSpPr/>
          <p:nvPr/>
        </p:nvSpPr>
        <p:spPr>
          <a:xfrm>
            <a:off x="1951328" y="1542126"/>
            <a:ext cx="575890" cy="575890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U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graphicFrame>
        <p:nvGraphicFramePr>
          <p:cNvPr id="399" name="표 398">
            <a:extLst>
              <a:ext uri="{FF2B5EF4-FFF2-40B4-BE49-F238E27FC236}">
                <a16:creationId xmlns:a16="http://schemas.microsoft.com/office/drawing/2014/main" id="{2006DD6A-E606-4680-AB20-0BF843DA09EC}"/>
              </a:ext>
            </a:extLst>
          </p:cNvPr>
          <p:cNvGraphicFramePr>
            <a:graphicFrameLocks noGrp="1"/>
          </p:cNvGraphicFramePr>
          <p:nvPr/>
        </p:nvGraphicFramePr>
        <p:xfrm>
          <a:off x="1110490" y="2256318"/>
          <a:ext cx="2255010" cy="12954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12750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12750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</a:tblGrid>
              <a:tr h="2513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나이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004638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신장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165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530281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체중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933317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활동량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524039"/>
                  </a:ext>
                </a:extLst>
              </a:tr>
            </a:tbl>
          </a:graphicData>
        </a:graphic>
      </p:graphicFrame>
      <p:sp>
        <p:nvSpPr>
          <p:cNvPr id="400" name="처리 7">
            <a:extLst>
              <a:ext uri="{FF2B5EF4-FFF2-40B4-BE49-F238E27FC236}">
                <a16:creationId xmlns:a16="http://schemas.microsoft.com/office/drawing/2014/main" id="{82016861-158D-4674-B188-26DF3910D805}"/>
              </a:ext>
            </a:extLst>
          </p:cNvPr>
          <p:cNvSpPr/>
          <p:nvPr/>
        </p:nvSpPr>
        <p:spPr>
          <a:xfrm>
            <a:off x="1467885" y="5461663"/>
            <a:ext cx="1542776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Input Graph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401" name="처리 7">
            <a:extLst>
              <a:ext uri="{FF2B5EF4-FFF2-40B4-BE49-F238E27FC236}">
                <a16:creationId xmlns:a16="http://schemas.microsoft.com/office/drawing/2014/main" id="{1FECFA85-8478-4692-9F9D-9AE3BD575DE2}"/>
              </a:ext>
            </a:extLst>
          </p:cNvPr>
          <p:cNvSpPr/>
          <p:nvPr/>
        </p:nvSpPr>
        <p:spPr>
          <a:xfrm>
            <a:off x="10061778" y="2735106"/>
            <a:ext cx="1248692" cy="322997"/>
          </a:xfrm>
          <a:prstGeom prst="flowChartProcess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Healthness</a:t>
            </a:r>
          </a:p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score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402" name="화살표: 오른쪽 401">
            <a:extLst>
              <a:ext uri="{FF2B5EF4-FFF2-40B4-BE49-F238E27FC236}">
                <a16:creationId xmlns:a16="http://schemas.microsoft.com/office/drawing/2014/main" id="{5C207182-05F1-49A5-9993-E768064790F8}"/>
              </a:ext>
            </a:extLst>
          </p:cNvPr>
          <p:cNvSpPr/>
          <p:nvPr/>
        </p:nvSpPr>
        <p:spPr>
          <a:xfrm>
            <a:off x="3705598" y="2514950"/>
            <a:ext cx="277355" cy="7750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3" name="화살표: 오른쪽 402">
            <a:extLst>
              <a:ext uri="{FF2B5EF4-FFF2-40B4-BE49-F238E27FC236}">
                <a16:creationId xmlns:a16="http://schemas.microsoft.com/office/drawing/2014/main" id="{CEB47F93-BA7A-4B8C-ABFB-97719FEA4064}"/>
              </a:ext>
            </a:extLst>
          </p:cNvPr>
          <p:cNvSpPr/>
          <p:nvPr/>
        </p:nvSpPr>
        <p:spPr>
          <a:xfrm rot="5400000">
            <a:off x="2090859" y="4887656"/>
            <a:ext cx="277355" cy="7750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04" name="표 403">
            <a:extLst>
              <a:ext uri="{FF2B5EF4-FFF2-40B4-BE49-F238E27FC236}">
                <a16:creationId xmlns:a16="http://schemas.microsoft.com/office/drawing/2014/main" id="{2D9AF8D6-7230-4D27-A9E8-EC7E8C71A2A1}"/>
              </a:ext>
            </a:extLst>
          </p:cNvPr>
          <p:cNvGraphicFramePr>
            <a:graphicFrameLocks noGrp="1"/>
          </p:cNvGraphicFramePr>
          <p:nvPr/>
        </p:nvGraphicFramePr>
        <p:xfrm>
          <a:off x="1110490" y="3995740"/>
          <a:ext cx="2255010" cy="7772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12750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12750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</a:tblGrid>
              <a:tr h="14897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Intake </a:t>
                      </a:r>
                    </a:p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Foods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food1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  <a:tr h="14897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food2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004638"/>
                  </a:ext>
                </a:extLst>
              </a:tr>
              <a:tr h="14897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⁝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875904"/>
                  </a:ext>
                </a:extLst>
              </a:tr>
            </a:tbl>
          </a:graphicData>
        </a:graphic>
      </p:graphicFrame>
      <p:sp>
        <p:nvSpPr>
          <p:cNvPr id="405" name="처리 7">
            <a:extLst>
              <a:ext uri="{FF2B5EF4-FFF2-40B4-BE49-F238E27FC236}">
                <a16:creationId xmlns:a16="http://schemas.microsoft.com/office/drawing/2014/main" id="{29930993-0F86-487C-B590-D77946B9EF2F}"/>
              </a:ext>
            </a:extLst>
          </p:cNvPr>
          <p:cNvSpPr/>
          <p:nvPr/>
        </p:nvSpPr>
        <p:spPr>
          <a:xfrm>
            <a:off x="1954722" y="3619588"/>
            <a:ext cx="572496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>
                <a:solidFill>
                  <a:schemeClr val="dk1"/>
                </a:solidFill>
                <a:latin typeface="+mj-lt"/>
              </a:rPr>
              <a:t>&amp;</a:t>
            </a:r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graphicFrame>
        <p:nvGraphicFramePr>
          <p:cNvPr id="406" name="표 405">
            <a:extLst>
              <a:ext uri="{FF2B5EF4-FFF2-40B4-BE49-F238E27FC236}">
                <a16:creationId xmlns:a16="http://schemas.microsoft.com/office/drawing/2014/main" id="{261C6CFE-17DD-4309-B99B-1D830614C943}"/>
              </a:ext>
            </a:extLst>
          </p:cNvPr>
          <p:cNvGraphicFramePr>
            <a:graphicFrameLocks noGrp="1"/>
          </p:cNvGraphicFramePr>
          <p:nvPr/>
        </p:nvGraphicFramePr>
        <p:xfrm>
          <a:off x="4294820" y="2100113"/>
          <a:ext cx="2283780" cy="2647134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141890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141890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</a:tblGrid>
              <a:tr h="29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칼로리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  <a:tr h="29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탄수화물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004638"/>
                  </a:ext>
                </a:extLst>
              </a:tr>
              <a:tr h="29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단백질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530281"/>
                  </a:ext>
                </a:extLst>
              </a:tr>
              <a:tr h="29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지방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933317"/>
                  </a:ext>
                </a:extLst>
              </a:tr>
              <a:tr h="29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식이섬유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524039"/>
                  </a:ext>
                </a:extLst>
              </a:tr>
              <a:tr h="29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콜레스테롤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402709"/>
                  </a:ext>
                </a:extLst>
              </a:tr>
              <a:tr h="29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당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260324"/>
                  </a:ext>
                </a:extLst>
              </a:tr>
              <a:tr h="29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포화지방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076964"/>
                  </a:ext>
                </a:extLst>
              </a:tr>
              <a:tr h="29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나트륨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637759"/>
                  </a:ext>
                </a:extLst>
              </a:tr>
            </a:tbl>
          </a:graphicData>
        </a:graphic>
      </p:graphicFrame>
      <p:sp>
        <p:nvSpPr>
          <p:cNvPr id="407" name="화살표: 오른쪽 406">
            <a:extLst>
              <a:ext uri="{FF2B5EF4-FFF2-40B4-BE49-F238E27FC236}">
                <a16:creationId xmlns:a16="http://schemas.microsoft.com/office/drawing/2014/main" id="{AADAA174-EDEE-400C-85C9-DFC08318C8E9}"/>
              </a:ext>
            </a:extLst>
          </p:cNvPr>
          <p:cNvSpPr/>
          <p:nvPr/>
        </p:nvSpPr>
        <p:spPr>
          <a:xfrm>
            <a:off x="6914820" y="2514950"/>
            <a:ext cx="277355" cy="7750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622EA282-F847-4942-8275-3855EF6BC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120" y="2058097"/>
            <a:ext cx="1797129" cy="1820775"/>
          </a:xfrm>
          <a:prstGeom prst="rect">
            <a:avLst/>
          </a:prstGeom>
        </p:spPr>
      </p:pic>
      <p:cxnSp>
        <p:nvCxnSpPr>
          <p:cNvPr id="410" name="직선 화살표 연결선 409">
            <a:extLst>
              <a:ext uri="{FF2B5EF4-FFF2-40B4-BE49-F238E27FC236}">
                <a16:creationId xmlns:a16="http://schemas.microsoft.com/office/drawing/2014/main" id="{20514AED-5D88-40FC-838B-2CCDE0FA9E04}"/>
              </a:ext>
            </a:extLst>
          </p:cNvPr>
          <p:cNvCxnSpPr>
            <a:cxnSpLocks/>
          </p:cNvCxnSpPr>
          <p:nvPr/>
        </p:nvCxnSpPr>
        <p:spPr>
          <a:xfrm>
            <a:off x="9641716" y="2905098"/>
            <a:ext cx="210031" cy="5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1" name="처리 7">
            <a:extLst>
              <a:ext uri="{FF2B5EF4-FFF2-40B4-BE49-F238E27FC236}">
                <a16:creationId xmlns:a16="http://schemas.microsoft.com/office/drawing/2014/main" id="{21B95B7D-DCCC-4B03-91F8-B2BC6A61893A}"/>
              </a:ext>
            </a:extLst>
          </p:cNvPr>
          <p:cNvSpPr/>
          <p:nvPr/>
        </p:nvSpPr>
        <p:spPr>
          <a:xfrm rot="16200000">
            <a:off x="12069199" y="4970972"/>
            <a:ext cx="1379236" cy="1320003"/>
          </a:xfrm>
          <a:prstGeom prst="flowChartManualOperation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1400" b="1" dirty="0">
              <a:solidFill>
                <a:schemeClr val="dk1"/>
              </a:solidFill>
              <a:latin typeface="+mj-lt"/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564E84A4-BFA6-434B-817D-115171CBCCB6}"/>
              </a:ext>
            </a:extLst>
          </p:cNvPr>
          <p:cNvCxnSpPr>
            <a:cxnSpLocks/>
            <a:stCxn id="396" idx="3"/>
            <a:endCxn id="411" idx="0"/>
          </p:cNvCxnSpPr>
          <p:nvPr/>
        </p:nvCxnSpPr>
        <p:spPr>
          <a:xfrm>
            <a:off x="11407736" y="2902487"/>
            <a:ext cx="691080" cy="27284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2" name="연결선: 꺾임 411">
            <a:extLst>
              <a:ext uri="{FF2B5EF4-FFF2-40B4-BE49-F238E27FC236}">
                <a16:creationId xmlns:a16="http://schemas.microsoft.com/office/drawing/2014/main" id="{289B739B-1CE5-46C0-851A-8A040A41C088}"/>
              </a:ext>
            </a:extLst>
          </p:cNvPr>
          <p:cNvCxnSpPr>
            <a:cxnSpLocks/>
            <a:stCxn id="215" idx="3"/>
            <a:endCxn id="411" idx="0"/>
          </p:cNvCxnSpPr>
          <p:nvPr/>
        </p:nvCxnSpPr>
        <p:spPr>
          <a:xfrm flipV="1">
            <a:off x="11393112" y="5630974"/>
            <a:ext cx="705704" cy="29601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3" name="연결선: 꺾임 412">
            <a:extLst>
              <a:ext uri="{FF2B5EF4-FFF2-40B4-BE49-F238E27FC236}">
                <a16:creationId xmlns:a16="http://schemas.microsoft.com/office/drawing/2014/main" id="{D0DB8FE5-CADE-4917-AF56-8B8908336C71}"/>
              </a:ext>
            </a:extLst>
          </p:cNvPr>
          <p:cNvCxnSpPr>
            <a:cxnSpLocks/>
            <a:stCxn id="221" idx="3"/>
            <a:endCxn id="411" idx="0"/>
          </p:cNvCxnSpPr>
          <p:nvPr/>
        </p:nvCxnSpPr>
        <p:spPr>
          <a:xfrm>
            <a:off x="11393112" y="5620170"/>
            <a:ext cx="705704" cy="10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4" name="처리 7">
            <a:extLst>
              <a:ext uri="{FF2B5EF4-FFF2-40B4-BE49-F238E27FC236}">
                <a16:creationId xmlns:a16="http://schemas.microsoft.com/office/drawing/2014/main" id="{EC2AB467-83F2-41CC-AC22-E5B26B868B27}"/>
              </a:ext>
            </a:extLst>
          </p:cNvPr>
          <p:cNvSpPr/>
          <p:nvPr/>
        </p:nvSpPr>
        <p:spPr>
          <a:xfrm>
            <a:off x="13623847" y="5227257"/>
            <a:ext cx="1248692" cy="807432"/>
          </a:xfrm>
          <a:prstGeom prst="flowChartProcess">
            <a:avLst/>
          </a:prstGeom>
          <a:solidFill>
            <a:schemeClr val="bg1">
              <a:lumMod val="85000"/>
              <a:alpha val="67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b="1">
                <a:solidFill>
                  <a:schemeClr val="dk1"/>
                </a:solidFill>
                <a:latin typeface="+mj-lt"/>
              </a:rPr>
              <a:t>Total </a:t>
            </a:r>
          </a:p>
          <a:p>
            <a:pPr algn="ctr"/>
            <a:r>
              <a:rPr kumimoji="1" lang="en-US" altLang="ko-KR" b="1">
                <a:solidFill>
                  <a:schemeClr val="dk1"/>
                </a:solidFill>
                <a:latin typeface="+mj-lt"/>
              </a:rPr>
              <a:t>Score</a:t>
            </a:r>
            <a:endParaRPr kumimoji="1" lang="ko-KR" altLang="en-US" b="1" dirty="0">
              <a:solidFill>
                <a:schemeClr val="dk1"/>
              </a:solidFill>
              <a:latin typeface="+mj-lt"/>
            </a:endParaRPr>
          </a:p>
        </p:txBody>
      </p:sp>
      <p:cxnSp>
        <p:nvCxnSpPr>
          <p:cNvPr id="415" name="연결선: 꺾임 412">
            <a:extLst>
              <a:ext uri="{FF2B5EF4-FFF2-40B4-BE49-F238E27FC236}">
                <a16:creationId xmlns:a16="http://schemas.microsoft.com/office/drawing/2014/main" id="{68D6788C-22F4-4D51-A391-C8B8DD806C40}"/>
              </a:ext>
            </a:extLst>
          </p:cNvPr>
          <p:cNvCxnSpPr>
            <a:cxnSpLocks/>
            <a:stCxn id="6" idx="3"/>
            <a:endCxn id="414" idx="1"/>
          </p:cNvCxnSpPr>
          <p:nvPr/>
        </p:nvCxnSpPr>
        <p:spPr>
          <a:xfrm>
            <a:off x="13418819" y="5621418"/>
            <a:ext cx="205028" cy="9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C045D6-A4FD-4463-8769-369397D445A1}"/>
              </a:ext>
            </a:extLst>
          </p:cNvPr>
          <p:cNvSpPr/>
          <p:nvPr/>
        </p:nvSpPr>
        <p:spPr>
          <a:xfrm>
            <a:off x="12112113" y="5329030"/>
            <a:ext cx="13067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>
                <a:solidFill>
                  <a:schemeClr val="dk1"/>
                </a:solidFill>
              </a:rPr>
              <a:t>TOPSIS</a:t>
            </a:r>
          </a:p>
          <a:p>
            <a:pPr algn="ctr"/>
            <a:r>
              <a:rPr kumimoji="1" lang="en-US" altLang="ko-KR" sz="1600" b="1"/>
              <a:t>algorithm</a:t>
            </a:r>
            <a:endParaRPr kumimoji="1" lang="ko-KR" altLang="en-US" sz="16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441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수행의 시작/종료 4">
            <a:extLst>
              <a:ext uri="{FF2B5EF4-FFF2-40B4-BE49-F238E27FC236}">
                <a16:creationId xmlns:a16="http://schemas.microsoft.com/office/drawing/2014/main" id="{31300818-DE6D-4F80-EE32-676771B08057}"/>
              </a:ext>
            </a:extLst>
          </p:cNvPr>
          <p:cNvSpPr/>
          <p:nvPr/>
        </p:nvSpPr>
        <p:spPr>
          <a:xfrm>
            <a:off x="6096000" y="117989"/>
            <a:ext cx="2068926" cy="554441"/>
          </a:xfrm>
          <a:prstGeom prst="flowChartTerminator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latin typeface="+mj-lt"/>
              </a:rPr>
              <a:t>Start</a:t>
            </a:r>
            <a:endParaRPr kumimoji="1" lang="ko-KR" altLang="en-US" sz="1400" dirty="0">
              <a:latin typeface="+mj-lt"/>
            </a:endParaRPr>
          </a:p>
        </p:txBody>
      </p:sp>
      <p:sp>
        <p:nvSpPr>
          <p:cNvPr id="6" name="처리 5">
            <a:extLst>
              <a:ext uri="{FF2B5EF4-FFF2-40B4-BE49-F238E27FC236}">
                <a16:creationId xmlns:a16="http://schemas.microsoft.com/office/drawing/2014/main" id="{56380808-FA17-B47A-65A4-7363BE3EFB42}"/>
              </a:ext>
            </a:extLst>
          </p:cNvPr>
          <p:cNvSpPr/>
          <p:nvPr/>
        </p:nvSpPr>
        <p:spPr>
          <a:xfrm>
            <a:off x="6096000" y="1429116"/>
            <a:ext cx="2068926" cy="580431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+mj-lt"/>
              </a:rPr>
              <a:t>식단 형태 결정</a:t>
            </a:r>
            <a:endParaRPr kumimoji="1" lang="ko-KR" altLang="en-US" sz="1400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7" name="처리 6">
            <a:extLst>
              <a:ext uri="{FF2B5EF4-FFF2-40B4-BE49-F238E27FC236}">
                <a16:creationId xmlns:a16="http://schemas.microsoft.com/office/drawing/2014/main" id="{F9ED5AF9-DB63-8C57-7632-99187047AC2E}"/>
              </a:ext>
            </a:extLst>
          </p:cNvPr>
          <p:cNvSpPr/>
          <p:nvPr/>
        </p:nvSpPr>
        <p:spPr>
          <a:xfrm>
            <a:off x="8320686" y="1346051"/>
            <a:ext cx="3640399" cy="74656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ko-KR" altLang="en-US" sz="1050" dirty="0">
                <a:solidFill>
                  <a:schemeClr val="tx1"/>
                </a:solidFill>
                <a:latin typeface="+mj-lt"/>
              </a:rPr>
              <a:t>밥</a:t>
            </a:r>
            <a:r>
              <a:rPr kumimoji="1" lang="en-US" altLang="ko-KR" sz="1050" dirty="0">
                <a:solidFill>
                  <a:schemeClr val="tx1"/>
                </a:solidFill>
                <a:latin typeface="+mj-lt"/>
              </a:rPr>
              <a:t> (R)</a:t>
            </a:r>
            <a:r>
              <a:rPr kumimoji="1" lang="ko-KR" altLang="en-US" sz="105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  <a:latin typeface="+mj-lt"/>
              </a:rPr>
              <a:t>+</a:t>
            </a:r>
            <a:r>
              <a:rPr kumimoji="1" lang="ko-KR" altLang="en-US" sz="1050" dirty="0">
                <a:solidFill>
                  <a:schemeClr val="tx1"/>
                </a:solidFill>
                <a:latin typeface="+mj-lt"/>
              </a:rPr>
              <a:t> 국</a:t>
            </a:r>
            <a:r>
              <a:rPr kumimoji="1" lang="en-US" altLang="ko-KR" sz="1050" dirty="0">
                <a:solidFill>
                  <a:schemeClr val="tx1"/>
                </a:solidFill>
                <a:latin typeface="+mj-lt"/>
              </a:rPr>
              <a:t> (S)</a:t>
            </a:r>
            <a:r>
              <a:rPr kumimoji="1" lang="ko-KR" altLang="en-US" sz="105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  <a:latin typeface="+mj-lt"/>
              </a:rPr>
              <a:t>+</a:t>
            </a:r>
            <a:r>
              <a:rPr kumimoji="1" lang="ko-KR" altLang="en-US" sz="105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1" lang="ko-KR" altLang="en-US" sz="1050" dirty="0" err="1">
                <a:solidFill>
                  <a:schemeClr val="tx1"/>
                </a:solidFill>
                <a:latin typeface="+mj-lt"/>
              </a:rPr>
              <a:t>주반찬</a:t>
            </a:r>
            <a:r>
              <a:rPr kumimoji="1" lang="en-US" altLang="ko-KR" sz="1050" dirty="0">
                <a:solidFill>
                  <a:schemeClr val="tx1"/>
                </a:solidFill>
                <a:latin typeface="+mj-lt"/>
              </a:rPr>
              <a:t> (MD)</a:t>
            </a:r>
            <a:r>
              <a:rPr kumimoji="1" lang="ko-KR" altLang="en-US" sz="105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  <a:latin typeface="+mj-lt"/>
              </a:rPr>
              <a:t>+</a:t>
            </a:r>
            <a:r>
              <a:rPr kumimoji="1" lang="ko-KR" altLang="en-US" sz="1050" dirty="0">
                <a:solidFill>
                  <a:schemeClr val="tx1"/>
                </a:solidFill>
                <a:latin typeface="+mj-lt"/>
              </a:rPr>
              <a:t> 부수반찬</a:t>
            </a:r>
            <a:r>
              <a:rPr kumimoji="1" lang="en-US" altLang="ko-KR" sz="1050" dirty="0">
                <a:solidFill>
                  <a:schemeClr val="tx1"/>
                </a:solidFill>
                <a:latin typeface="+mj-lt"/>
              </a:rPr>
              <a:t> (SD)</a:t>
            </a:r>
            <a:r>
              <a:rPr kumimoji="1" lang="ko-KR" altLang="en-US" sz="105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  <a:latin typeface="+mj-lt"/>
              </a:rPr>
              <a:t>+</a:t>
            </a:r>
            <a:r>
              <a:rPr kumimoji="1" lang="ko-KR" altLang="en-US" sz="1050" dirty="0">
                <a:solidFill>
                  <a:schemeClr val="tx1"/>
                </a:solidFill>
                <a:latin typeface="+mj-lt"/>
              </a:rPr>
              <a:t> 김치</a:t>
            </a:r>
            <a:r>
              <a:rPr kumimoji="1" lang="en-US" altLang="ko-KR" sz="1050" dirty="0">
                <a:solidFill>
                  <a:schemeClr val="tx1"/>
                </a:solidFill>
                <a:latin typeface="+mj-lt"/>
              </a:rPr>
              <a:t> (K)</a:t>
            </a:r>
            <a:endParaRPr kumimoji="1" lang="ko-KR" altLang="en-US" sz="105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처리 7">
            <a:extLst>
              <a:ext uri="{FF2B5EF4-FFF2-40B4-BE49-F238E27FC236}">
                <a16:creationId xmlns:a16="http://schemas.microsoft.com/office/drawing/2014/main" id="{42BE4A92-5BB5-B429-34F1-AA80B1052E36}"/>
              </a:ext>
            </a:extLst>
          </p:cNvPr>
          <p:cNvSpPr/>
          <p:nvPr/>
        </p:nvSpPr>
        <p:spPr>
          <a:xfrm>
            <a:off x="6096000" y="2396672"/>
            <a:ext cx="2068926" cy="580431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400">
                <a:latin typeface="+mj-lt"/>
              </a:rPr>
              <a:t>초기</a:t>
            </a:r>
            <a:r>
              <a:rPr kumimoji="1" lang="en-US" altLang="ko-KR" sz="1400">
                <a:latin typeface="+mj-lt"/>
              </a:rPr>
              <a:t> </a:t>
            </a:r>
            <a:r>
              <a:rPr kumimoji="1" lang="ko-KR" altLang="en-US" sz="1400">
                <a:latin typeface="+mj-lt"/>
              </a:rPr>
              <a:t>식단 후보 선정</a:t>
            </a:r>
            <a:endParaRPr kumimoji="1" lang="ko-KR" altLang="en-US" sz="1400" dirty="0">
              <a:solidFill>
                <a:schemeClr val="dk1"/>
              </a:solidFill>
              <a:latin typeface="+mj-lt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048612B-EC3E-42A6-8845-81A6B1316551}"/>
              </a:ext>
            </a:extLst>
          </p:cNvPr>
          <p:cNvGrpSpPr/>
          <p:nvPr/>
        </p:nvGrpSpPr>
        <p:grpSpPr>
          <a:xfrm>
            <a:off x="8320687" y="2486713"/>
            <a:ext cx="3640404" cy="400349"/>
            <a:chOff x="2739875" y="2816352"/>
            <a:chExt cx="6853427" cy="612648"/>
          </a:xfrm>
          <a:solidFill>
            <a:schemeClr val="bg1">
              <a:lumMod val="95000"/>
            </a:schemeClr>
          </a:solidFill>
        </p:grpSpPr>
        <p:sp>
          <p:nvSpPr>
            <p:cNvPr id="9" name="처리 8">
              <a:extLst>
                <a:ext uri="{FF2B5EF4-FFF2-40B4-BE49-F238E27FC236}">
                  <a16:creationId xmlns:a16="http://schemas.microsoft.com/office/drawing/2014/main" id="{EA0EE59F-DCD1-75A9-63F4-8B7FE24F82FE}"/>
                </a:ext>
              </a:extLst>
            </p:cNvPr>
            <p:cNvSpPr/>
            <p:nvPr/>
          </p:nvSpPr>
          <p:spPr>
            <a:xfrm>
              <a:off x="2739875" y="2816352"/>
              <a:ext cx="1962912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A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R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S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 err="1">
                  <a:solidFill>
                    <a:sysClr val="windowText" lastClr="000000"/>
                  </a:solidFill>
                  <a:latin typeface="+mj-lt"/>
                </a:rPr>
                <a:t>MD</a:t>
              </a:r>
              <a:r>
                <a:rPr kumimoji="1" lang="en-US" altLang="ko-KR" sz="800" baseline="-25000" dirty="0" err="1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K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11" name="처리 10">
              <a:extLst>
                <a:ext uri="{FF2B5EF4-FFF2-40B4-BE49-F238E27FC236}">
                  <a16:creationId xmlns:a16="http://schemas.microsoft.com/office/drawing/2014/main" id="{AACCA634-1EB3-070F-B3C5-62837E5151AF}"/>
                </a:ext>
              </a:extLst>
            </p:cNvPr>
            <p:cNvSpPr/>
            <p:nvPr/>
          </p:nvSpPr>
          <p:spPr>
            <a:xfrm>
              <a:off x="4890239" y="2816352"/>
              <a:ext cx="1962912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B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R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S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 err="1">
                  <a:solidFill>
                    <a:sysClr val="windowText" lastClr="000000"/>
                  </a:solidFill>
                  <a:latin typeface="+mj-lt"/>
                </a:rPr>
                <a:t>MD</a:t>
              </a:r>
              <a:r>
                <a:rPr kumimoji="1" lang="en-US" altLang="ko-KR" sz="800" baseline="-25000" dirty="0" err="1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 err="1">
                  <a:solidFill>
                    <a:sysClr val="windowText" lastClr="000000"/>
                  </a:solidFill>
                  <a:latin typeface="+mj-lt"/>
                </a:rPr>
                <a:t>K</a:t>
              </a:r>
              <a:r>
                <a:rPr kumimoji="1" lang="en-US" altLang="ko-KR" sz="800" baseline="-25000" dirty="0" err="1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13" name="처리 12">
              <a:extLst>
                <a:ext uri="{FF2B5EF4-FFF2-40B4-BE49-F238E27FC236}">
                  <a16:creationId xmlns:a16="http://schemas.microsoft.com/office/drawing/2014/main" id="{9CE33EB5-340B-BEFC-E72B-F9210F9120D6}"/>
                </a:ext>
              </a:extLst>
            </p:cNvPr>
            <p:cNvSpPr/>
            <p:nvPr/>
          </p:nvSpPr>
          <p:spPr>
            <a:xfrm>
              <a:off x="7630389" y="2816352"/>
              <a:ext cx="1962913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Z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[R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K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14" name="처리 13">
              <a:extLst>
                <a:ext uri="{FF2B5EF4-FFF2-40B4-BE49-F238E27FC236}">
                  <a16:creationId xmlns:a16="http://schemas.microsoft.com/office/drawing/2014/main" id="{E5CA7E78-C7AC-467C-DA82-12191B0D2653}"/>
                </a:ext>
              </a:extLst>
            </p:cNvPr>
            <p:cNvSpPr/>
            <p:nvPr/>
          </p:nvSpPr>
          <p:spPr>
            <a:xfrm>
              <a:off x="7040601" y="2816352"/>
              <a:ext cx="402335" cy="612648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ysClr val="windowText" lastClr="000000"/>
                  </a:solidFill>
                  <a:latin typeface="+mj-lt"/>
                </a:rPr>
                <a:t>…</a:t>
              </a:r>
              <a:endParaRPr kumimoji="1" lang="ko-KR" altLang="en-US" sz="1000" dirty="0">
                <a:solidFill>
                  <a:sysClr val="windowText" lastClr="000000"/>
                </a:solidFill>
                <a:latin typeface="+mj-lt"/>
              </a:endParaRPr>
            </a:p>
          </p:txBody>
        </p:sp>
      </p:grp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E04B34A-22C2-4861-AFA9-D35A3B4CA6E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7130463" y="672430"/>
            <a:ext cx="0" cy="7566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22F1E88-3FA8-41FD-98D3-1773A351A4FD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7130463" y="2009547"/>
            <a:ext cx="0" cy="387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처리 7">
            <a:extLst>
              <a:ext uri="{FF2B5EF4-FFF2-40B4-BE49-F238E27FC236}">
                <a16:creationId xmlns:a16="http://schemas.microsoft.com/office/drawing/2014/main" id="{7D10ECE5-0122-447A-9271-D7E6A0FAAEBF}"/>
              </a:ext>
            </a:extLst>
          </p:cNvPr>
          <p:cNvSpPr/>
          <p:nvPr/>
        </p:nvSpPr>
        <p:spPr>
          <a:xfrm>
            <a:off x="6096000" y="3364228"/>
            <a:ext cx="2068926" cy="580431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400">
                <a:latin typeface="+mj-lt"/>
              </a:rPr>
              <a:t>식단 적합도 평가</a:t>
            </a:r>
            <a:endParaRPr kumimoji="1" lang="ko-KR" altLang="en-US" sz="1400" dirty="0">
              <a:solidFill>
                <a:schemeClr val="dk1"/>
              </a:solidFill>
              <a:latin typeface="+mj-lt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37CCA99-06A8-40A1-AD3C-369154323EA9}"/>
              </a:ext>
            </a:extLst>
          </p:cNvPr>
          <p:cNvGrpSpPr/>
          <p:nvPr/>
        </p:nvGrpSpPr>
        <p:grpSpPr>
          <a:xfrm>
            <a:off x="8320687" y="3454269"/>
            <a:ext cx="3640404" cy="400349"/>
            <a:chOff x="2739875" y="2816352"/>
            <a:chExt cx="6853427" cy="612648"/>
          </a:xfrm>
          <a:solidFill>
            <a:schemeClr val="bg1">
              <a:lumMod val="95000"/>
            </a:schemeClr>
          </a:solidFill>
        </p:grpSpPr>
        <p:sp>
          <p:nvSpPr>
            <p:cNvPr id="21" name="처리 8">
              <a:extLst>
                <a:ext uri="{FF2B5EF4-FFF2-40B4-BE49-F238E27FC236}">
                  <a16:creationId xmlns:a16="http://schemas.microsoft.com/office/drawing/2014/main" id="{44D5E534-3F44-4AD7-B652-72457FEBA223}"/>
                </a:ext>
              </a:extLst>
            </p:cNvPr>
            <p:cNvSpPr/>
            <p:nvPr/>
          </p:nvSpPr>
          <p:spPr>
            <a:xfrm>
              <a:off x="2739875" y="2816352"/>
              <a:ext cx="1962912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Score</a:t>
              </a:r>
              <a:r>
                <a:rPr kumimoji="1" lang="en-US" altLang="ko-KR" sz="1000" baseline="-25000">
                  <a:solidFill>
                    <a:sysClr val="windowText" lastClr="000000"/>
                  </a:solidFill>
                  <a:latin typeface="+mj-lt"/>
                </a:rPr>
                <a:t>A</a:t>
              </a:r>
              <a:endParaRPr kumimoji="1" lang="ko-KR" altLang="en-US" sz="1000" baseline="-250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22" name="처리 10">
              <a:extLst>
                <a:ext uri="{FF2B5EF4-FFF2-40B4-BE49-F238E27FC236}">
                  <a16:creationId xmlns:a16="http://schemas.microsoft.com/office/drawing/2014/main" id="{5AD28C8C-9679-4D52-A486-D63A1963EFB6}"/>
                </a:ext>
              </a:extLst>
            </p:cNvPr>
            <p:cNvSpPr/>
            <p:nvPr/>
          </p:nvSpPr>
          <p:spPr>
            <a:xfrm>
              <a:off x="4890239" y="2816352"/>
              <a:ext cx="1962912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</a:rPr>
                <a:t>Score</a:t>
              </a:r>
              <a:r>
                <a:rPr kumimoji="1" lang="en-US" altLang="ko-KR" sz="1000" baseline="-25000">
                  <a:solidFill>
                    <a:sysClr val="windowText" lastClr="000000"/>
                  </a:solidFill>
                </a:rPr>
                <a:t>B</a:t>
              </a:r>
              <a:endParaRPr kumimoji="1" lang="ko-KR" altLang="en-US" sz="1000" baseline="-25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처리 12">
              <a:extLst>
                <a:ext uri="{FF2B5EF4-FFF2-40B4-BE49-F238E27FC236}">
                  <a16:creationId xmlns:a16="http://schemas.microsoft.com/office/drawing/2014/main" id="{EF284DD2-DFBE-43E1-8423-1F361A25F7EF}"/>
                </a:ext>
              </a:extLst>
            </p:cNvPr>
            <p:cNvSpPr/>
            <p:nvPr/>
          </p:nvSpPr>
          <p:spPr>
            <a:xfrm>
              <a:off x="7630389" y="2816352"/>
              <a:ext cx="1962913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</a:rPr>
                <a:t>Score</a:t>
              </a:r>
              <a:r>
                <a:rPr kumimoji="1" lang="en-US" altLang="ko-KR" sz="1000" baseline="-25000">
                  <a:solidFill>
                    <a:sysClr val="windowText" lastClr="000000"/>
                  </a:solidFill>
                </a:rPr>
                <a:t>Z</a:t>
              </a:r>
              <a:endParaRPr kumimoji="1" lang="ko-KR" altLang="en-US" sz="1000" baseline="-25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처리 13">
              <a:extLst>
                <a:ext uri="{FF2B5EF4-FFF2-40B4-BE49-F238E27FC236}">
                  <a16:creationId xmlns:a16="http://schemas.microsoft.com/office/drawing/2014/main" id="{09B8BCF1-DDD2-489C-A61A-32BAADBD6AE7}"/>
                </a:ext>
              </a:extLst>
            </p:cNvPr>
            <p:cNvSpPr/>
            <p:nvPr/>
          </p:nvSpPr>
          <p:spPr>
            <a:xfrm>
              <a:off x="7040601" y="2816352"/>
              <a:ext cx="402335" cy="612648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ysClr val="windowText" lastClr="000000"/>
                  </a:solidFill>
                  <a:latin typeface="+mj-lt"/>
                </a:rPr>
                <a:t>…</a:t>
              </a:r>
              <a:endParaRPr kumimoji="1" lang="ko-KR" altLang="en-US" sz="1000" dirty="0">
                <a:solidFill>
                  <a:sysClr val="windowText" lastClr="000000"/>
                </a:solidFill>
                <a:latin typeface="+mj-lt"/>
              </a:endParaRPr>
            </a:p>
          </p:txBody>
        </p:sp>
      </p:grp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96C49A9-08D6-4D2A-918B-CB46FF25C6F3}"/>
              </a:ext>
            </a:extLst>
          </p:cNvPr>
          <p:cNvCxnSpPr>
            <a:cxnSpLocks/>
            <a:stCxn id="8" idx="2"/>
            <a:endCxn id="19" idx="0"/>
          </p:cNvCxnSpPr>
          <p:nvPr/>
        </p:nvCxnSpPr>
        <p:spPr>
          <a:xfrm>
            <a:off x="7130463" y="2977103"/>
            <a:ext cx="0" cy="387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처리 7">
            <a:extLst>
              <a:ext uri="{FF2B5EF4-FFF2-40B4-BE49-F238E27FC236}">
                <a16:creationId xmlns:a16="http://schemas.microsoft.com/office/drawing/2014/main" id="{106E20B6-3F2A-46A8-B615-41D61C8AF0FD}"/>
              </a:ext>
            </a:extLst>
          </p:cNvPr>
          <p:cNvSpPr/>
          <p:nvPr/>
        </p:nvSpPr>
        <p:spPr>
          <a:xfrm>
            <a:off x="6096000" y="4715642"/>
            <a:ext cx="2068926" cy="961536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ko-KR" altLang="en-US" sz="1400">
                <a:solidFill>
                  <a:schemeClr val="dk1"/>
                </a:solidFill>
                <a:latin typeface="+mj-lt"/>
              </a:rPr>
              <a:t>적합도 충족</a:t>
            </a:r>
            <a:r>
              <a:rPr kumimoji="1" lang="en-US" altLang="ko-KR" sz="1400">
                <a:solidFill>
                  <a:schemeClr val="dk1"/>
                </a:solidFill>
                <a:latin typeface="+mj-lt"/>
              </a:rPr>
              <a:t>?</a:t>
            </a:r>
            <a:endParaRPr kumimoji="1" lang="ko-KR" altLang="en-US" sz="1400" dirty="0">
              <a:solidFill>
                <a:schemeClr val="dk1"/>
              </a:solidFill>
              <a:latin typeface="+mj-lt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BA7D0FE-CDC2-445B-9F95-33A3FB1449D2}"/>
              </a:ext>
            </a:extLst>
          </p:cNvPr>
          <p:cNvCxnSpPr>
            <a:cxnSpLocks/>
            <a:stCxn id="19" idx="2"/>
            <a:endCxn id="29" idx="0"/>
          </p:cNvCxnSpPr>
          <p:nvPr/>
        </p:nvCxnSpPr>
        <p:spPr>
          <a:xfrm>
            <a:off x="7130463" y="3944659"/>
            <a:ext cx="0" cy="770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처리 7">
            <a:extLst>
              <a:ext uri="{FF2B5EF4-FFF2-40B4-BE49-F238E27FC236}">
                <a16:creationId xmlns:a16="http://schemas.microsoft.com/office/drawing/2014/main" id="{455DAB45-0C67-4FCE-B4B2-D5A44E7F6A1D}"/>
              </a:ext>
            </a:extLst>
          </p:cNvPr>
          <p:cNvSpPr/>
          <p:nvPr/>
        </p:nvSpPr>
        <p:spPr>
          <a:xfrm>
            <a:off x="4029945" y="3364228"/>
            <a:ext cx="1773382" cy="580431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400">
                <a:latin typeface="+mj-lt"/>
              </a:rPr>
              <a:t>돌연변이 연산</a:t>
            </a:r>
            <a:endParaRPr kumimoji="1" lang="ko-KR" altLang="en-US" sz="1400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36" name="처리 7">
            <a:extLst>
              <a:ext uri="{FF2B5EF4-FFF2-40B4-BE49-F238E27FC236}">
                <a16:creationId xmlns:a16="http://schemas.microsoft.com/office/drawing/2014/main" id="{F5869B1F-B86E-4053-B247-E5A3F4E4C0D8}"/>
              </a:ext>
            </a:extLst>
          </p:cNvPr>
          <p:cNvSpPr/>
          <p:nvPr/>
        </p:nvSpPr>
        <p:spPr>
          <a:xfrm>
            <a:off x="4029945" y="4906195"/>
            <a:ext cx="1773382" cy="580431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400">
                <a:latin typeface="+mj-lt"/>
              </a:rPr>
              <a:t>부모 식단 선택</a:t>
            </a:r>
            <a:endParaRPr kumimoji="1" lang="ko-KR" altLang="en-US" sz="1400" dirty="0">
              <a:solidFill>
                <a:schemeClr val="dk1"/>
              </a:solidFill>
              <a:latin typeface="+mj-lt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42CAE3E-36E0-4990-8323-E5F1EB1AA0E6}"/>
              </a:ext>
            </a:extLst>
          </p:cNvPr>
          <p:cNvCxnSpPr>
            <a:cxnSpLocks/>
            <a:stCxn id="29" idx="1"/>
            <a:endCxn id="36" idx="3"/>
          </p:cNvCxnSpPr>
          <p:nvPr/>
        </p:nvCxnSpPr>
        <p:spPr>
          <a:xfrm flipH="1">
            <a:off x="5803327" y="5196410"/>
            <a:ext cx="2926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582B3B0-CD1C-4387-88FC-F69F13038E18}"/>
              </a:ext>
            </a:extLst>
          </p:cNvPr>
          <p:cNvCxnSpPr>
            <a:cxnSpLocks/>
            <a:stCxn id="43" idx="0"/>
            <a:endCxn id="35" idx="2"/>
          </p:cNvCxnSpPr>
          <p:nvPr/>
        </p:nvCxnSpPr>
        <p:spPr>
          <a:xfrm flipV="1">
            <a:off x="4916636" y="3944659"/>
            <a:ext cx="0" cy="190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처리 7">
            <a:extLst>
              <a:ext uri="{FF2B5EF4-FFF2-40B4-BE49-F238E27FC236}">
                <a16:creationId xmlns:a16="http://schemas.microsoft.com/office/drawing/2014/main" id="{45701A0B-FB6D-46CC-8038-F9A7C0ABFAFA}"/>
              </a:ext>
            </a:extLst>
          </p:cNvPr>
          <p:cNvSpPr/>
          <p:nvPr/>
        </p:nvSpPr>
        <p:spPr>
          <a:xfrm>
            <a:off x="4029945" y="4135211"/>
            <a:ext cx="1773382" cy="580431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400">
                <a:solidFill>
                  <a:schemeClr val="dk1"/>
                </a:solidFill>
                <a:latin typeface="+mj-lt"/>
              </a:rPr>
              <a:t>교차 연산</a:t>
            </a:r>
            <a:endParaRPr kumimoji="1" lang="ko-KR" altLang="en-US" sz="1400" dirty="0">
              <a:solidFill>
                <a:schemeClr val="dk1"/>
              </a:solidFill>
              <a:latin typeface="+mj-lt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4CA7B50-D4A3-43F0-A4EE-74BA25571CB0}"/>
              </a:ext>
            </a:extLst>
          </p:cNvPr>
          <p:cNvCxnSpPr>
            <a:cxnSpLocks/>
            <a:stCxn id="36" idx="0"/>
            <a:endCxn id="43" idx="2"/>
          </p:cNvCxnSpPr>
          <p:nvPr/>
        </p:nvCxnSpPr>
        <p:spPr>
          <a:xfrm flipV="1">
            <a:off x="4916636" y="4715642"/>
            <a:ext cx="0" cy="190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5BBC571-E1D8-44FF-B821-F23241AE354A}"/>
              </a:ext>
            </a:extLst>
          </p:cNvPr>
          <p:cNvCxnSpPr>
            <a:cxnSpLocks/>
            <a:stCxn id="35" idx="3"/>
            <a:endCxn id="19" idx="1"/>
          </p:cNvCxnSpPr>
          <p:nvPr/>
        </p:nvCxnSpPr>
        <p:spPr>
          <a:xfrm>
            <a:off x="5803327" y="3654443"/>
            <a:ext cx="2926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AB671B8-F79E-47CE-BADA-52A16EEE2F1B}"/>
              </a:ext>
            </a:extLst>
          </p:cNvPr>
          <p:cNvSpPr/>
          <p:nvPr/>
        </p:nvSpPr>
        <p:spPr>
          <a:xfrm>
            <a:off x="5803327" y="4804034"/>
            <a:ext cx="394660" cy="337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ko-KR" sz="1200"/>
              <a:t>No</a:t>
            </a:r>
            <a:endParaRPr lang="ko-KR" altLang="en-US" sz="120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911A07B-EB02-4027-B88C-CCFBA599FA75}"/>
              </a:ext>
            </a:extLst>
          </p:cNvPr>
          <p:cNvSpPr/>
          <p:nvPr/>
        </p:nvSpPr>
        <p:spPr>
          <a:xfrm>
            <a:off x="7247487" y="5751323"/>
            <a:ext cx="405753" cy="337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ko-KR" sz="1200"/>
              <a:t>Yes</a:t>
            </a:r>
            <a:endParaRPr lang="ko-KR" altLang="en-US" sz="120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A1DC597-3F33-4667-85E7-2EE9052FD207}"/>
              </a:ext>
            </a:extLst>
          </p:cNvPr>
          <p:cNvCxnSpPr>
            <a:cxnSpLocks/>
            <a:stCxn id="29" idx="2"/>
            <a:endCxn id="67" idx="1"/>
          </p:cNvCxnSpPr>
          <p:nvPr/>
        </p:nvCxnSpPr>
        <p:spPr>
          <a:xfrm flipH="1">
            <a:off x="7130461" y="5677178"/>
            <a:ext cx="2" cy="4858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순서도: 데이터 66">
            <a:extLst>
              <a:ext uri="{FF2B5EF4-FFF2-40B4-BE49-F238E27FC236}">
                <a16:creationId xmlns:a16="http://schemas.microsoft.com/office/drawing/2014/main" id="{CD24439A-2BB7-43C6-A7A7-85E5560D453F}"/>
              </a:ext>
            </a:extLst>
          </p:cNvPr>
          <p:cNvSpPr/>
          <p:nvPr/>
        </p:nvSpPr>
        <p:spPr>
          <a:xfrm>
            <a:off x="6095998" y="6163014"/>
            <a:ext cx="2068926" cy="570295"/>
          </a:xfrm>
          <a:prstGeom prst="flowChartInputOutpu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400">
                <a:solidFill>
                  <a:schemeClr val="dk1"/>
                </a:solidFill>
                <a:latin typeface="+mj-lt"/>
              </a:rPr>
              <a:t>종료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172873-7ADF-486B-99EA-1EF5155F8EF3}"/>
              </a:ext>
            </a:extLst>
          </p:cNvPr>
          <p:cNvGrpSpPr/>
          <p:nvPr/>
        </p:nvGrpSpPr>
        <p:grpSpPr>
          <a:xfrm>
            <a:off x="233781" y="4897708"/>
            <a:ext cx="3640404" cy="588918"/>
            <a:chOff x="131035" y="4897708"/>
            <a:chExt cx="3743150" cy="722377"/>
          </a:xfrm>
        </p:grpSpPr>
        <p:sp>
          <p:nvSpPr>
            <p:cNvPr id="45" name="처리 8">
              <a:extLst>
                <a:ext uri="{FF2B5EF4-FFF2-40B4-BE49-F238E27FC236}">
                  <a16:creationId xmlns:a16="http://schemas.microsoft.com/office/drawing/2014/main" id="{90C1B9B4-882F-44BF-9831-44B6378E9902}"/>
                </a:ext>
              </a:extLst>
            </p:cNvPr>
            <p:cNvSpPr/>
            <p:nvPr/>
          </p:nvSpPr>
          <p:spPr>
            <a:xfrm>
              <a:off x="131035" y="4897708"/>
              <a:ext cx="1095406" cy="328538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A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R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S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 err="1">
                  <a:solidFill>
                    <a:sysClr val="windowText" lastClr="000000"/>
                  </a:solidFill>
                  <a:latin typeface="+mj-lt"/>
                </a:rPr>
                <a:t>MD</a:t>
              </a:r>
              <a:r>
                <a:rPr kumimoji="1" lang="en-US" altLang="ko-KR" sz="800" baseline="-25000" dirty="0" err="1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K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46" name="처리 10">
              <a:extLst>
                <a:ext uri="{FF2B5EF4-FFF2-40B4-BE49-F238E27FC236}">
                  <a16:creationId xmlns:a16="http://schemas.microsoft.com/office/drawing/2014/main" id="{5E3269A9-BD3E-43CB-A4F2-C86CACDA0F08}"/>
                </a:ext>
              </a:extLst>
            </p:cNvPr>
            <p:cNvSpPr/>
            <p:nvPr/>
          </p:nvSpPr>
          <p:spPr>
            <a:xfrm>
              <a:off x="131035" y="5291547"/>
              <a:ext cx="1095406" cy="328538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B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R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S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 err="1">
                  <a:solidFill>
                    <a:sysClr val="windowText" lastClr="000000"/>
                  </a:solidFill>
                  <a:latin typeface="+mj-lt"/>
                </a:rPr>
                <a:t>MD</a:t>
              </a:r>
              <a:r>
                <a:rPr kumimoji="1" lang="en-US" altLang="ko-KR" sz="800" baseline="-25000" dirty="0" err="1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 err="1">
                  <a:solidFill>
                    <a:sysClr val="windowText" lastClr="000000"/>
                  </a:solidFill>
                  <a:latin typeface="+mj-lt"/>
                </a:rPr>
                <a:t>K</a:t>
              </a:r>
              <a:r>
                <a:rPr kumimoji="1" lang="en-US" altLang="ko-KR" sz="800" baseline="-25000" dirty="0" err="1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48" name="처리 8">
              <a:extLst>
                <a:ext uri="{FF2B5EF4-FFF2-40B4-BE49-F238E27FC236}">
                  <a16:creationId xmlns:a16="http://schemas.microsoft.com/office/drawing/2014/main" id="{97DF0E7E-62DE-4575-8695-3FFDA95EB6C0}"/>
                </a:ext>
              </a:extLst>
            </p:cNvPr>
            <p:cNvSpPr/>
            <p:nvPr/>
          </p:nvSpPr>
          <p:spPr>
            <a:xfrm>
              <a:off x="1331050" y="4897708"/>
              <a:ext cx="1095406" cy="328538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kumimoji="1" lang="en-US" altLang="ko-KR" sz="1000">
                  <a:solidFill>
                    <a:sysClr val="windowText" lastClr="000000"/>
                  </a:solidFill>
                </a:rPr>
                <a:t>B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R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, S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, K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49" name="처리 10">
              <a:extLst>
                <a:ext uri="{FF2B5EF4-FFF2-40B4-BE49-F238E27FC236}">
                  <a16:creationId xmlns:a16="http://schemas.microsoft.com/office/drawing/2014/main" id="{41CB5A5E-50C3-406A-8348-72F18B49B5A5}"/>
                </a:ext>
              </a:extLst>
            </p:cNvPr>
            <p:cNvSpPr/>
            <p:nvPr/>
          </p:nvSpPr>
          <p:spPr>
            <a:xfrm>
              <a:off x="1331050" y="5291547"/>
              <a:ext cx="1095406" cy="328538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D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[R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d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d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d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d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K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d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50" name="처리 8">
              <a:extLst>
                <a:ext uri="{FF2B5EF4-FFF2-40B4-BE49-F238E27FC236}">
                  <a16:creationId xmlns:a16="http://schemas.microsoft.com/office/drawing/2014/main" id="{3A9EB4E1-73ED-46D3-BA7E-212B102840DA}"/>
                </a:ext>
              </a:extLst>
            </p:cNvPr>
            <p:cNvSpPr/>
            <p:nvPr/>
          </p:nvSpPr>
          <p:spPr>
            <a:xfrm>
              <a:off x="2778779" y="4897708"/>
              <a:ext cx="1095406" cy="328538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kumimoji="1" lang="en-US" altLang="ko-KR" sz="1000">
                  <a:solidFill>
                    <a:sysClr val="windowText" lastClr="000000"/>
                  </a:solidFill>
                </a:rPr>
                <a:t>E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R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e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, S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e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e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e</a:t>
              </a:r>
              <a:r>
                <a:rPr kumimoji="1" lang="en-US" altLang="ko-KR" sz="800">
                  <a:solidFill>
                    <a:sysClr val="windowText" lastClr="000000"/>
                  </a:solidFill>
                </a:rPr>
                <a:t>, K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</a:rPr>
                <a:t>e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51" name="처리 10">
              <a:extLst>
                <a:ext uri="{FF2B5EF4-FFF2-40B4-BE49-F238E27FC236}">
                  <a16:creationId xmlns:a16="http://schemas.microsoft.com/office/drawing/2014/main" id="{1A6DF742-78F4-4E93-9E9C-21212F0825E1}"/>
                </a:ext>
              </a:extLst>
            </p:cNvPr>
            <p:cNvSpPr/>
            <p:nvPr/>
          </p:nvSpPr>
          <p:spPr>
            <a:xfrm>
              <a:off x="2778779" y="5291547"/>
              <a:ext cx="1095406" cy="328538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Z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[R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K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52" name="처리 13">
              <a:extLst>
                <a:ext uri="{FF2B5EF4-FFF2-40B4-BE49-F238E27FC236}">
                  <a16:creationId xmlns:a16="http://schemas.microsoft.com/office/drawing/2014/main" id="{4FCFE107-0E39-4C2D-9440-4639FE2A9917}"/>
                </a:ext>
              </a:extLst>
            </p:cNvPr>
            <p:cNvSpPr/>
            <p:nvPr/>
          </p:nvSpPr>
          <p:spPr>
            <a:xfrm>
              <a:off x="2486106" y="5044553"/>
              <a:ext cx="224524" cy="328538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ysClr val="windowText" lastClr="000000"/>
                  </a:solidFill>
                  <a:latin typeface="+mj-lt"/>
                </a:rPr>
                <a:t>…</a:t>
              </a:r>
              <a:endParaRPr kumimoji="1" lang="ko-KR" altLang="en-US" sz="1000" dirty="0">
                <a:solidFill>
                  <a:sysClr val="windowText" lastClr="000000"/>
                </a:solidFill>
                <a:latin typeface="+mj-lt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E93DD8A-561C-4474-A658-C1209AC53980}"/>
              </a:ext>
            </a:extLst>
          </p:cNvPr>
          <p:cNvGrpSpPr/>
          <p:nvPr/>
        </p:nvGrpSpPr>
        <p:grpSpPr>
          <a:xfrm>
            <a:off x="233781" y="4223785"/>
            <a:ext cx="3640404" cy="400349"/>
            <a:chOff x="2739875" y="2816352"/>
            <a:chExt cx="6853427" cy="612648"/>
          </a:xfrm>
          <a:solidFill>
            <a:schemeClr val="bg1">
              <a:lumMod val="95000"/>
            </a:schemeClr>
          </a:solidFill>
        </p:grpSpPr>
        <p:sp>
          <p:nvSpPr>
            <p:cNvPr id="68" name="처리 8">
              <a:extLst>
                <a:ext uri="{FF2B5EF4-FFF2-40B4-BE49-F238E27FC236}">
                  <a16:creationId xmlns:a16="http://schemas.microsoft.com/office/drawing/2014/main" id="{A3325FAF-F68B-4458-A047-4CCA2172BEBF}"/>
                </a:ext>
              </a:extLst>
            </p:cNvPr>
            <p:cNvSpPr/>
            <p:nvPr/>
          </p:nvSpPr>
          <p:spPr>
            <a:xfrm>
              <a:off x="2739875" y="2816352"/>
              <a:ext cx="1962912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AB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R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K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69" name="처리 10">
              <a:extLst>
                <a:ext uri="{FF2B5EF4-FFF2-40B4-BE49-F238E27FC236}">
                  <a16:creationId xmlns:a16="http://schemas.microsoft.com/office/drawing/2014/main" id="{077621B4-1F65-4461-A300-D3607D715323}"/>
                </a:ext>
              </a:extLst>
            </p:cNvPr>
            <p:cNvSpPr/>
            <p:nvPr/>
          </p:nvSpPr>
          <p:spPr>
            <a:xfrm>
              <a:off x="4890239" y="2816352"/>
              <a:ext cx="1962912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BD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[R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d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S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d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 err="1">
                  <a:solidFill>
                    <a:sysClr val="windowText" lastClr="000000"/>
                  </a:solidFill>
                  <a:latin typeface="+mj-lt"/>
                </a:rPr>
                <a:t>K</a:t>
              </a:r>
              <a:r>
                <a:rPr kumimoji="1" lang="en-US" altLang="ko-KR" sz="800" baseline="-25000" dirty="0" err="1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80" name="처리 12">
              <a:extLst>
                <a:ext uri="{FF2B5EF4-FFF2-40B4-BE49-F238E27FC236}">
                  <a16:creationId xmlns:a16="http://schemas.microsoft.com/office/drawing/2014/main" id="{6A679F81-7CFD-4249-90CE-1CE28CB92CE5}"/>
                </a:ext>
              </a:extLst>
            </p:cNvPr>
            <p:cNvSpPr/>
            <p:nvPr/>
          </p:nvSpPr>
          <p:spPr>
            <a:xfrm>
              <a:off x="7630389" y="2816352"/>
              <a:ext cx="1962913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EZ 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[R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e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K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81" name="처리 13">
              <a:extLst>
                <a:ext uri="{FF2B5EF4-FFF2-40B4-BE49-F238E27FC236}">
                  <a16:creationId xmlns:a16="http://schemas.microsoft.com/office/drawing/2014/main" id="{A8DDAD8A-924B-49C0-87B8-04F3AA5006F8}"/>
                </a:ext>
              </a:extLst>
            </p:cNvPr>
            <p:cNvSpPr/>
            <p:nvPr/>
          </p:nvSpPr>
          <p:spPr>
            <a:xfrm>
              <a:off x="7040601" y="2816352"/>
              <a:ext cx="402335" cy="612648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ysClr val="windowText" lastClr="000000"/>
                  </a:solidFill>
                  <a:latin typeface="+mj-lt"/>
                </a:rPr>
                <a:t>…</a:t>
              </a:r>
              <a:endParaRPr kumimoji="1" lang="ko-KR" altLang="en-US" sz="1000" dirty="0">
                <a:solidFill>
                  <a:sysClr val="windowText" lastClr="000000"/>
                </a:solidFill>
                <a:latin typeface="+mj-lt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7EAF75A9-5455-43C2-964A-9592390BF2DF}"/>
              </a:ext>
            </a:extLst>
          </p:cNvPr>
          <p:cNvGrpSpPr/>
          <p:nvPr/>
        </p:nvGrpSpPr>
        <p:grpSpPr>
          <a:xfrm>
            <a:off x="233781" y="3454269"/>
            <a:ext cx="3640404" cy="400349"/>
            <a:chOff x="2739875" y="2816352"/>
            <a:chExt cx="6853427" cy="612648"/>
          </a:xfrm>
          <a:solidFill>
            <a:schemeClr val="bg1">
              <a:lumMod val="95000"/>
            </a:schemeClr>
          </a:solidFill>
        </p:grpSpPr>
        <p:sp>
          <p:nvSpPr>
            <p:cNvPr id="83" name="처리 8">
              <a:extLst>
                <a:ext uri="{FF2B5EF4-FFF2-40B4-BE49-F238E27FC236}">
                  <a16:creationId xmlns:a16="http://schemas.microsoft.com/office/drawing/2014/main" id="{5824FA87-DD68-449E-8E21-E07D41CB95D6}"/>
                </a:ext>
              </a:extLst>
            </p:cNvPr>
            <p:cNvSpPr/>
            <p:nvPr/>
          </p:nvSpPr>
          <p:spPr>
            <a:xfrm>
              <a:off x="2739875" y="2816352"/>
              <a:ext cx="1962912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AB’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R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u="sng">
                  <a:solidFill>
                    <a:sysClr val="windowText" lastClr="000000"/>
                  </a:solidFill>
                  <a:latin typeface="+mj-lt"/>
                </a:rPr>
                <a:t>S</a:t>
              </a:r>
              <a:r>
                <a:rPr kumimoji="1" lang="en-US" altLang="ko-KR" sz="800" u="sng" baseline="-25000">
                  <a:solidFill>
                    <a:sysClr val="windowText" lastClr="000000"/>
                  </a:solidFill>
                  <a:latin typeface="+mj-lt"/>
                </a:rPr>
                <a:t>β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u="sng">
                  <a:solidFill>
                    <a:sysClr val="windowText" lastClr="000000"/>
                  </a:solidFill>
                  <a:latin typeface="+mj-lt"/>
                </a:rPr>
                <a:t>SD</a:t>
              </a:r>
              <a:r>
                <a:rPr kumimoji="1" lang="en-US" altLang="ko-KR" sz="800" u="sng" baseline="-25000">
                  <a:solidFill>
                    <a:sysClr val="windowText" lastClr="000000"/>
                  </a:solidFill>
                  <a:latin typeface="+mj-lt"/>
                </a:rPr>
                <a:t>α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K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a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84" name="처리 10">
              <a:extLst>
                <a:ext uri="{FF2B5EF4-FFF2-40B4-BE49-F238E27FC236}">
                  <a16:creationId xmlns:a16="http://schemas.microsoft.com/office/drawing/2014/main" id="{A5D47F68-67C1-405B-9ED1-F87F5105BC8E}"/>
                </a:ext>
              </a:extLst>
            </p:cNvPr>
            <p:cNvSpPr/>
            <p:nvPr/>
          </p:nvSpPr>
          <p:spPr>
            <a:xfrm>
              <a:off x="4890239" y="2816352"/>
              <a:ext cx="1962912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BD’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[R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d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  <a:latin typeface="+mj-lt"/>
                </a:rPr>
                <a:t>S</a:t>
              </a:r>
              <a:r>
                <a:rPr kumimoji="1" lang="en-US" altLang="ko-KR" sz="800" baseline="-25000" dirty="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u="sng">
                  <a:solidFill>
                    <a:sysClr val="windowText" lastClr="000000"/>
                  </a:solidFill>
                  <a:latin typeface="+mj-lt"/>
                </a:rPr>
                <a:t>MD</a:t>
              </a:r>
              <a:r>
                <a:rPr kumimoji="1" lang="en-US" altLang="ko-KR" sz="800" u="sng" baseline="-25000">
                  <a:solidFill>
                    <a:sysClr val="windowText" lastClr="000000"/>
                  </a:solidFill>
                  <a:latin typeface="+mj-lt"/>
                </a:rPr>
                <a:t>γ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SD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b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u="sng">
                  <a:solidFill>
                    <a:sysClr val="windowText" lastClr="000000"/>
                  </a:solidFill>
                  <a:latin typeface="+mj-lt"/>
                </a:rPr>
                <a:t>K</a:t>
              </a:r>
              <a:r>
                <a:rPr kumimoji="1" lang="en-US" altLang="ko-KR" sz="800" u="sng" baseline="-25000">
                  <a:solidFill>
                    <a:sysClr val="windowText" lastClr="000000"/>
                  </a:solidFill>
                </a:rPr>
                <a:t>ν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85" name="처리 12">
              <a:extLst>
                <a:ext uri="{FF2B5EF4-FFF2-40B4-BE49-F238E27FC236}">
                  <a16:creationId xmlns:a16="http://schemas.microsoft.com/office/drawing/2014/main" id="{EE3C943E-3D0C-46EA-A480-5E8A9D1183CA}"/>
                </a:ext>
              </a:extLst>
            </p:cNvPr>
            <p:cNvSpPr/>
            <p:nvPr/>
          </p:nvSpPr>
          <p:spPr>
            <a:xfrm>
              <a:off x="7630389" y="2816352"/>
              <a:ext cx="1962913" cy="612648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000">
                  <a:solidFill>
                    <a:sysClr val="windowText" lastClr="000000"/>
                  </a:solidFill>
                  <a:latin typeface="+mj-lt"/>
                </a:rPr>
                <a:t>EZ‘</a:t>
              </a: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[R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u="sng">
                  <a:solidFill>
                    <a:sysClr val="windowText" lastClr="000000"/>
                  </a:solidFill>
                  <a:latin typeface="+mj-lt"/>
                </a:rPr>
                <a:t>S</a:t>
              </a:r>
              <a:r>
                <a:rPr kumimoji="1" lang="en-US" altLang="ko-KR" sz="800" u="sng" baseline="-25000">
                  <a:solidFill>
                    <a:sysClr val="windowText" lastClr="000000"/>
                  </a:solidFill>
                </a:rPr>
                <a:t>ν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MD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</a:t>
              </a:r>
              <a:r>
                <a:rPr kumimoji="1" lang="en-US" altLang="ko-KR" sz="800" u="sng">
                  <a:solidFill>
                    <a:sysClr val="windowText" lastClr="000000"/>
                  </a:solidFill>
                  <a:latin typeface="+mj-lt"/>
                </a:rPr>
                <a:t>SD</a:t>
              </a:r>
              <a:r>
                <a:rPr kumimoji="1" lang="en-US" altLang="ko-KR" sz="800" u="sng" baseline="-25000">
                  <a:solidFill>
                    <a:sysClr val="windowText" lastClr="000000"/>
                  </a:solidFill>
                  <a:latin typeface="+mj-lt"/>
                </a:rPr>
                <a:t>π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, K</a:t>
              </a:r>
              <a:r>
                <a:rPr kumimoji="1" lang="en-US" altLang="ko-KR" sz="800" baseline="-25000">
                  <a:solidFill>
                    <a:sysClr val="windowText" lastClr="000000"/>
                  </a:solidFill>
                  <a:latin typeface="+mj-lt"/>
                </a:rPr>
                <a:t>z</a:t>
              </a:r>
              <a:r>
                <a:rPr kumimoji="1" lang="en-US" altLang="ko-KR" sz="800">
                  <a:solidFill>
                    <a:sysClr val="windowText" lastClr="000000"/>
                  </a:solidFill>
                  <a:latin typeface="+mj-lt"/>
                </a:rPr>
                <a:t>] </a:t>
              </a:r>
              <a:endParaRPr kumimoji="1" lang="ko-KR" altLang="en-US" sz="800" dirty="0">
                <a:solidFill>
                  <a:sysClr val="windowText" lastClr="000000"/>
                </a:solidFill>
                <a:latin typeface="+mj-lt"/>
              </a:endParaRPr>
            </a:p>
          </p:txBody>
        </p:sp>
        <p:sp>
          <p:nvSpPr>
            <p:cNvPr id="86" name="처리 13">
              <a:extLst>
                <a:ext uri="{FF2B5EF4-FFF2-40B4-BE49-F238E27FC236}">
                  <a16:creationId xmlns:a16="http://schemas.microsoft.com/office/drawing/2014/main" id="{1C54B5F4-2814-46C0-AC96-2E8A7BB5BBFD}"/>
                </a:ext>
              </a:extLst>
            </p:cNvPr>
            <p:cNvSpPr/>
            <p:nvPr/>
          </p:nvSpPr>
          <p:spPr>
            <a:xfrm>
              <a:off x="7040601" y="2816352"/>
              <a:ext cx="402335" cy="612648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>
                  <a:solidFill>
                    <a:sysClr val="windowText" lastClr="000000"/>
                  </a:solidFill>
                  <a:latin typeface="+mj-lt"/>
                </a:rPr>
                <a:t>…</a:t>
              </a:r>
              <a:endParaRPr kumimoji="1" lang="ko-KR" altLang="en-US" sz="1000" dirty="0">
                <a:solidFill>
                  <a:sysClr val="windowText" lastClr="000000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520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3246</TotalTime>
  <Words>2166</Words>
  <Application>Microsoft Macintosh PowerPoint</Application>
  <PresentationFormat>와이드스크린</PresentationFormat>
  <Paragraphs>508</Paragraphs>
  <Slides>19</Slides>
  <Notes>8</Notes>
  <HiddenSlides>2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G마켓 산스 TTF Bold</vt:lpstr>
      <vt:lpstr>G마켓 산스 TTF Medium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Heejeong Hwang</dc:creator>
  <cp:lastModifiedBy>Heejeong Hwang</cp:lastModifiedBy>
  <cp:revision>46</cp:revision>
  <dcterms:created xsi:type="dcterms:W3CDTF">2024-07-03T10:09:09Z</dcterms:created>
  <dcterms:modified xsi:type="dcterms:W3CDTF">2024-12-13T09:11:47Z</dcterms:modified>
</cp:coreProperties>
</file>